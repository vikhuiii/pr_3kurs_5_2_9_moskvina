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media/image1.jpeg" ContentType="image/jpeg"/>
  <Override PartName="/ppt/media/image2.jpeg" ContentType="image/jpeg"/>
  <Override PartName="/ppt/media/image5.png" ContentType="image/png"/>
  <Override PartName="/ppt/media/image3.jpeg" ContentType="image/jpeg"/>
  <Override PartName="/ppt/media/image4.jpeg" ContentType="image/jpeg"/>
  <Override PartName="/ppt/media/image6.jpeg" ContentType="image/jpeg"/>
  <Override PartName="/ppt/media/image9.png" ContentType="image/png"/>
  <Override PartName="/ppt/media/image7.jpeg" ContentType="image/jpeg"/>
  <Override PartName="/ppt/media/image8.jpeg" ContentType="image/jpeg"/>
  <Override PartName="/ppt/media/image10.png" ContentType="image/png"/>
  <Override PartName="/ppt/media/image11.png" ContentType="image/png"/>
  <Override PartName="/ppt/media/image12.png" ContentType="image/png"/>
  <Override PartName="/ppt/media/image13.jpeg" ContentType="image/jpeg"/>
  <Override PartName="/ppt/media/image14.png" ContentType="image/png"/>
  <Override PartName="/ppt/media/image15.jpeg" ContentType="image/jpeg"/>
  <Override PartName="/ppt/media/image16.png" ContentType="image/png"/>
  <Override PartName="/ppt/slideLayouts/slideLayout3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9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4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4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8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1800" spc="-1" strike="noStrike">
              <a:latin typeface="Calibri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9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  <p:sp>
        <p:nvSpPr>
          <p:cNvPr id="19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800" spc="-1" strike="noStrike"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1" name="CustomShape 1" hidden="1"/>
          <p:cNvSpPr/>
          <p:nvPr/>
        </p:nvSpPr>
        <p:spPr>
          <a:xfrm>
            <a:off x="801720" y="4680"/>
            <a:ext cx="6120" cy="6853320"/>
          </a:xfrm>
          <a:custGeom>
            <a:avLst/>
            <a:gdLst/>
            <a:ahLst/>
            <a:rect l="l" t="t" r="r" b="b"/>
            <a:pathLst>
              <a:path w="6350" h="6853555">
                <a:moveTo>
                  <a:pt x="6350" y="0"/>
                </a:moveTo>
                <a:lnTo>
                  <a:pt x="0" y="0"/>
                </a:lnTo>
                <a:lnTo>
                  <a:pt x="0" y="6853174"/>
                </a:lnTo>
                <a:lnTo>
                  <a:pt x="6350" y="6853174"/>
                </a:lnTo>
                <a:lnTo>
                  <a:pt x="6350" y="0"/>
                </a:lnTo>
                <a:close/>
              </a:path>
            </a:pathLst>
          </a:custGeom>
          <a:solidFill>
            <a:srgbClr val="ebe6d7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CustomShape 2" hidden="1"/>
          <p:cNvSpPr/>
          <p:nvPr/>
        </p:nvSpPr>
        <p:spPr>
          <a:xfrm>
            <a:off x="804960" y="395280"/>
            <a:ext cx="10584000" cy="360"/>
          </a:xfrm>
          <a:custGeom>
            <a:avLst/>
            <a:gdLst/>
            <a:ahLst/>
            <a:rect l="l" t="t" r="r" b="b"/>
            <a:pathLst>
              <a:path w="10584180" h="0">
                <a:moveTo>
                  <a:pt x="0" y="0"/>
                </a:moveTo>
                <a:lnTo>
                  <a:pt x="10584116" y="0"/>
                </a:lnTo>
              </a:path>
            </a:pathLst>
          </a:custGeom>
          <a:noFill/>
          <a:ln w="6480">
            <a:solidFill>
              <a:srgbClr val="ebe6d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CustomShape 3" hidden="1"/>
          <p:cNvSpPr/>
          <p:nvPr/>
        </p:nvSpPr>
        <p:spPr>
          <a:xfrm>
            <a:off x="11393640" y="4680"/>
            <a:ext cx="6120" cy="6853320"/>
          </a:xfrm>
          <a:custGeom>
            <a:avLst/>
            <a:gdLst/>
            <a:ahLst/>
            <a:rect l="l" t="t" r="r" b="b"/>
            <a:pathLst>
              <a:path w="6350" h="6853555">
                <a:moveTo>
                  <a:pt x="6350" y="0"/>
                </a:moveTo>
                <a:lnTo>
                  <a:pt x="0" y="0"/>
                </a:lnTo>
                <a:lnTo>
                  <a:pt x="0" y="6853174"/>
                </a:lnTo>
                <a:lnTo>
                  <a:pt x="6350" y="6853174"/>
                </a:lnTo>
                <a:lnTo>
                  <a:pt x="6350" y="0"/>
                </a:lnTo>
                <a:close/>
              </a:path>
            </a:pathLst>
          </a:custGeom>
          <a:solidFill>
            <a:srgbClr val="ebe6d7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" name="bg object 16" descr="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ftr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ru-RU" sz="2400" spc="-1" strike="noStrike"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ru-RU" sz="2400" spc="-1" strike="noStrike"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/>
          </p:nvPr>
        </p:nvSpPr>
        <p:spPr>
          <a:xfrm>
            <a:off x="332280" y="6435720"/>
            <a:ext cx="249840" cy="140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41760">
              <a:lnSpc>
                <a:spcPts val="995"/>
              </a:lnSpc>
            </a:pPr>
            <a:fld id="{ED85FCBD-8BCB-4575-8D35-74D44B96A797}" type="slidenum">
              <a:rPr b="0" lang="ru-RU" sz="900" spc="-26" strike="noStrike">
                <a:solidFill>
                  <a:srgbClr val="ebe6d7"/>
                </a:solidFill>
                <a:latin typeface="Arial"/>
              </a:rPr>
              <a:t>&lt;number&gt;</a:t>
            </a:fld>
            <a:endParaRPr b="0" lang="ru-RU" sz="900" spc="-1" strike="noStrike"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ru-RU" sz="1800" spc="-1" strike="noStrike">
                <a:latin typeface="Calibri"/>
              </a:rPr>
              <a:t>Click to edit the title text format</a:t>
            </a:r>
            <a:endParaRPr b="0" lang="ru-RU" sz="1800" spc="-1" strike="noStrike"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Calibri"/>
              </a:rPr>
              <a:t>Click to edit the outline text format</a:t>
            </a:r>
            <a:endParaRPr b="0" lang="ru-RU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Calibri"/>
              </a:rPr>
              <a:t>Second Outline Level</a:t>
            </a:r>
            <a:endParaRPr b="0" lang="ru-RU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Calibri"/>
              </a:rPr>
              <a:t>Third Outline Level</a:t>
            </a:r>
            <a:endParaRPr b="0" lang="ru-RU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Calibri"/>
              </a:rPr>
              <a:t>Fourth Outline Level</a:t>
            </a:r>
            <a:endParaRPr b="0" lang="ru-RU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Calibri"/>
              </a:rPr>
              <a:t>Fifth Outline Level</a:t>
            </a:r>
            <a:endParaRPr b="0" lang="ru-RU" sz="20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Calibri"/>
              </a:rPr>
              <a:t>Sixth Outline Level</a:t>
            </a:r>
            <a:endParaRPr b="0" lang="ru-RU" sz="20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Calibri"/>
              </a:rPr>
              <a:t>Seventh Outline Level</a:t>
            </a:r>
            <a:endParaRPr b="0" lang="ru-RU" sz="2000" spc="-1" strike="noStrike"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47" name="CustomShape 1" hidden="1"/>
          <p:cNvSpPr/>
          <p:nvPr/>
        </p:nvSpPr>
        <p:spPr>
          <a:xfrm>
            <a:off x="801720" y="4680"/>
            <a:ext cx="6120" cy="6853320"/>
          </a:xfrm>
          <a:custGeom>
            <a:avLst/>
            <a:gdLst/>
            <a:ahLst/>
            <a:rect l="l" t="t" r="r" b="b"/>
            <a:pathLst>
              <a:path w="6350" h="6853555">
                <a:moveTo>
                  <a:pt x="6350" y="0"/>
                </a:moveTo>
                <a:lnTo>
                  <a:pt x="0" y="0"/>
                </a:lnTo>
                <a:lnTo>
                  <a:pt x="0" y="6853174"/>
                </a:lnTo>
                <a:lnTo>
                  <a:pt x="6350" y="6853174"/>
                </a:lnTo>
                <a:lnTo>
                  <a:pt x="6350" y="0"/>
                </a:lnTo>
                <a:close/>
              </a:path>
            </a:pathLst>
          </a:custGeom>
          <a:solidFill>
            <a:srgbClr val="ebe6d7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CustomShape 2" hidden="1"/>
          <p:cNvSpPr/>
          <p:nvPr/>
        </p:nvSpPr>
        <p:spPr>
          <a:xfrm>
            <a:off x="804960" y="395280"/>
            <a:ext cx="10584000" cy="360"/>
          </a:xfrm>
          <a:custGeom>
            <a:avLst/>
            <a:gdLst/>
            <a:ahLst/>
            <a:rect l="l" t="t" r="r" b="b"/>
            <a:pathLst>
              <a:path w="10584180" h="0">
                <a:moveTo>
                  <a:pt x="0" y="0"/>
                </a:moveTo>
                <a:lnTo>
                  <a:pt x="10584116" y="0"/>
                </a:lnTo>
              </a:path>
            </a:pathLst>
          </a:custGeom>
          <a:noFill/>
          <a:ln w="6480">
            <a:solidFill>
              <a:srgbClr val="ebe6d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CustomShape 3" hidden="1"/>
          <p:cNvSpPr/>
          <p:nvPr/>
        </p:nvSpPr>
        <p:spPr>
          <a:xfrm>
            <a:off x="11393640" y="4680"/>
            <a:ext cx="6120" cy="6853320"/>
          </a:xfrm>
          <a:custGeom>
            <a:avLst/>
            <a:gdLst/>
            <a:ahLst/>
            <a:rect l="l" t="t" r="r" b="b"/>
            <a:pathLst>
              <a:path w="6350" h="6853555">
                <a:moveTo>
                  <a:pt x="6350" y="0"/>
                </a:moveTo>
                <a:lnTo>
                  <a:pt x="0" y="0"/>
                </a:lnTo>
                <a:lnTo>
                  <a:pt x="0" y="6853174"/>
                </a:lnTo>
                <a:lnTo>
                  <a:pt x="6350" y="6853174"/>
                </a:lnTo>
                <a:lnTo>
                  <a:pt x="6350" y="0"/>
                </a:lnTo>
                <a:close/>
              </a:path>
            </a:pathLst>
          </a:custGeom>
          <a:solidFill>
            <a:srgbClr val="ebe6d7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0" name="bg object 16" descr="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51" name="CustomShape 4"/>
          <p:cNvSpPr/>
          <p:nvPr/>
        </p:nvSpPr>
        <p:spPr>
          <a:xfrm>
            <a:off x="801720" y="4680"/>
            <a:ext cx="6120" cy="6853320"/>
          </a:xfrm>
          <a:custGeom>
            <a:avLst/>
            <a:gdLst/>
            <a:ahLst/>
            <a:rect l="l" t="t" r="r" b="b"/>
            <a:pathLst>
              <a:path w="6350" h="6853555">
                <a:moveTo>
                  <a:pt x="6350" y="0"/>
                </a:moveTo>
                <a:lnTo>
                  <a:pt x="0" y="0"/>
                </a:lnTo>
                <a:lnTo>
                  <a:pt x="0" y="6853174"/>
                </a:lnTo>
                <a:lnTo>
                  <a:pt x="6350" y="6853174"/>
                </a:lnTo>
                <a:lnTo>
                  <a:pt x="6350" y="0"/>
                </a:lnTo>
                <a:close/>
              </a:path>
            </a:pathLst>
          </a:custGeom>
          <a:solidFill>
            <a:srgbClr val="ebe6d7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CustomShape 5"/>
          <p:cNvSpPr/>
          <p:nvPr/>
        </p:nvSpPr>
        <p:spPr>
          <a:xfrm>
            <a:off x="804960" y="395280"/>
            <a:ext cx="10584000" cy="360"/>
          </a:xfrm>
          <a:custGeom>
            <a:avLst/>
            <a:gdLst/>
            <a:ahLst/>
            <a:rect l="l" t="t" r="r" b="b"/>
            <a:pathLst>
              <a:path w="10584180" h="0">
                <a:moveTo>
                  <a:pt x="0" y="0"/>
                </a:moveTo>
                <a:lnTo>
                  <a:pt x="10584116" y="0"/>
                </a:lnTo>
              </a:path>
            </a:pathLst>
          </a:custGeom>
          <a:noFill/>
          <a:ln w="6480">
            <a:solidFill>
              <a:srgbClr val="ebe6d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CustomShape 6"/>
          <p:cNvSpPr/>
          <p:nvPr/>
        </p:nvSpPr>
        <p:spPr>
          <a:xfrm>
            <a:off x="11393640" y="4680"/>
            <a:ext cx="6120" cy="6853320"/>
          </a:xfrm>
          <a:custGeom>
            <a:avLst/>
            <a:gdLst/>
            <a:ahLst/>
            <a:rect l="l" t="t" r="r" b="b"/>
            <a:pathLst>
              <a:path w="6350" h="6853555">
                <a:moveTo>
                  <a:pt x="6350" y="0"/>
                </a:moveTo>
                <a:lnTo>
                  <a:pt x="0" y="0"/>
                </a:lnTo>
                <a:lnTo>
                  <a:pt x="0" y="6853174"/>
                </a:lnTo>
                <a:lnTo>
                  <a:pt x="6350" y="6853174"/>
                </a:lnTo>
                <a:lnTo>
                  <a:pt x="6350" y="0"/>
                </a:lnTo>
                <a:close/>
              </a:path>
            </a:pathLst>
          </a:custGeom>
          <a:solidFill>
            <a:srgbClr val="ebe6d7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4" name="bg object 20" descr=""/>
          <p:cNvPicPr/>
          <p:nvPr/>
        </p:nvPicPr>
        <p:blipFill>
          <a:blip r:embed="rId4"/>
          <a:stretch/>
        </p:blipFill>
        <p:spPr>
          <a:xfrm>
            <a:off x="804960" y="3440160"/>
            <a:ext cx="10600920" cy="3015720"/>
          </a:xfrm>
          <a:prstGeom prst="rect">
            <a:avLst/>
          </a:prstGeom>
          <a:ln>
            <a:noFill/>
          </a:ln>
        </p:spPr>
      </p:pic>
      <p:sp>
        <p:nvSpPr>
          <p:cNvPr id="55" name="PlaceHolder 7"/>
          <p:cNvSpPr>
            <a:spLocks noGrp="1"/>
          </p:cNvSpPr>
          <p:nvPr>
            <p:ph type="title"/>
          </p:nvPr>
        </p:nvSpPr>
        <p:spPr>
          <a:xfrm>
            <a:off x="1617840" y="739080"/>
            <a:ext cx="9226800" cy="14983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ru-RU" sz="3950" spc="-1" strike="noStrike">
                <a:latin typeface="Calibri"/>
              </a:rPr>
              <a:t>Click to edit the title text format</a:t>
            </a:r>
            <a:endParaRPr b="0" lang="ru-RU" sz="3950" spc="-1" strike="noStrike">
              <a:latin typeface="Calibri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ftr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ru-RU" sz="2400" spc="-1" strike="noStrike">
              <a:latin typeface="Times New Roman"/>
            </a:endParaRPr>
          </a:p>
        </p:txBody>
      </p:sp>
      <p:sp>
        <p:nvSpPr>
          <p:cNvPr id="57" name="PlaceHolder 9"/>
          <p:cNvSpPr>
            <a:spLocks noGrp="1"/>
          </p:cNvSpPr>
          <p:nvPr>
            <p:ph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ru-RU" sz="2400" spc="-1" strike="noStrike">
              <a:latin typeface="Times New Roman"/>
            </a:endParaRPr>
          </a:p>
        </p:txBody>
      </p:sp>
      <p:sp>
        <p:nvSpPr>
          <p:cNvPr id="58" name="PlaceHolder 10"/>
          <p:cNvSpPr>
            <a:spLocks noGrp="1"/>
          </p:cNvSpPr>
          <p:nvPr>
            <p:ph type="sldNum"/>
          </p:nvPr>
        </p:nvSpPr>
        <p:spPr>
          <a:xfrm>
            <a:off x="332280" y="6435720"/>
            <a:ext cx="249840" cy="140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41760">
              <a:lnSpc>
                <a:spcPts val="995"/>
              </a:lnSpc>
            </a:pPr>
            <a:fld id="{A2EBD33A-F759-4437-8534-1A858179C46A}" type="slidenum">
              <a:rPr b="0" lang="ru-RU" sz="900" spc="-26" strike="noStrike">
                <a:solidFill>
                  <a:srgbClr val="ebe6d7"/>
                </a:solidFill>
                <a:latin typeface="Arial"/>
              </a:rPr>
              <a:t>&lt;number&gt;</a:t>
            </a:fld>
            <a:endParaRPr b="0" lang="ru-RU" sz="900" spc="-1" strike="noStrike">
              <a:latin typeface="Times New Roman"/>
            </a:endParaRPr>
          </a:p>
        </p:txBody>
      </p:sp>
      <p:sp>
        <p:nvSpPr>
          <p:cNvPr id="59" name="PlaceHolder 11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Calibri"/>
              </a:rPr>
              <a:t>Click to edit the outline text format</a:t>
            </a:r>
            <a:endParaRPr b="0" lang="ru-RU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Calibri"/>
              </a:rPr>
              <a:t>Second Outline Level</a:t>
            </a:r>
            <a:endParaRPr b="0" lang="ru-RU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Calibri"/>
              </a:rPr>
              <a:t>Third Outline Level</a:t>
            </a:r>
            <a:endParaRPr b="0" lang="ru-RU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Calibri"/>
              </a:rPr>
              <a:t>Fourth Outline Level</a:t>
            </a:r>
            <a:endParaRPr b="0" lang="ru-RU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Calibri"/>
              </a:rPr>
              <a:t>Fifth Outline Level</a:t>
            </a:r>
            <a:endParaRPr b="0" lang="ru-RU" sz="20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Calibri"/>
              </a:rPr>
              <a:t>Sixth Outline Level</a:t>
            </a:r>
            <a:endParaRPr b="0" lang="ru-RU" sz="20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Calibri"/>
              </a:rPr>
              <a:t>Seventh Outline Level</a:t>
            </a:r>
            <a:endParaRPr b="0" lang="ru-RU" sz="2000" spc="-1" strike="noStrike"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97" name="CustomShape 1" hidden="1"/>
          <p:cNvSpPr/>
          <p:nvPr/>
        </p:nvSpPr>
        <p:spPr>
          <a:xfrm>
            <a:off x="801720" y="4680"/>
            <a:ext cx="6120" cy="6853320"/>
          </a:xfrm>
          <a:custGeom>
            <a:avLst/>
            <a:gdLst/>
            <a:ahLst/>
            <a:rect l="l" t="t" r="r" b="b"/>
            <a:pathLst>
              <a:path w="6350" h="6853555">
                <a:moveTo>
                  <a:pt x="6350" y="0"/>
                </a:moveTo>
                <a:lnTo>
                  <a:pt x="0" y="0"/>
                </a:lnTo>
                <a:lnTo>
                  <a:pt x="0" y="6853174"/>
                </a:lnTo>
                <a:lnTo>
                  <a:pt x="6350" y="6853174"/>
                </a:lnTo>
                <a:lnTo>
                  <a:pt x="6350" y="0"/>
                </a:lnTo>
                <a:close/>
              </a:path>
            </a:pathLst>
          </a:custGeom>
          <a:solidFill>
            <a:srgbClr val="ebe6d7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CustomShape 2" hidden="1"/>
          <p:cNvSpPr/>
          <p:nvPr/>
        </p:nvSpPr>
        <p:spPr>
          <a:xfrm>
            <a:off x="804960" y="395280"/>
            <a:ext cx="10584000" cy="360"/>
          </a:xfrm>
          <a:custGeom>
            <a:avLst/>
            <a:gdLst/>
            <a:ahLst/>
            <a:rect l="l" t="t" r="r" b="b"/>
            <a:pathLst>
              <a:path w="10584180" h="0">
                <a:moveTo>
                  <a:pt x="0" y="0"/>
                </a:moveTo>
                <a:lnTo>
                  <a:pt x="10584116" y="0"/>
                </a:lnTo>
              </a:path>
            </a:pathLst>
          </a:custGeom>
          <a:noFill/>
          <a:ln w="6480">
            <a:solidFill>
              <a:srgbClr val="ebe6d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CustomShape 3" hidden="1"/>
          <p:cNvSpPr/>
          <p:nvPr/>
        </p:nvSpPr>
        <p:spPr>
          <a:xfrm>
            <a:off x="11393640" y="4680"/>
            <a:ext cx="6120" cy="6853320"/>
          </a:xfrm>
          <a:custGeom>
            <a:avLst/>
            <a:gdLst/>
            <a:ahLst/>
            <a:rect l="l" t="t" r="r" b="b"/>
            <a:pathLst>
              <a:path w="6350" h="6853555">
                <a:moveTo>
                  <a:pt x="6350" y="0"/>
                </a:moveTo>
                <a:lnTo>
                  <a:pt x="0" y="0"/>
                </a:lnTo>
                <a:lnTo>
                  <a:pt x="0" y="6853174"/>
                </a:lnTo>
                <a:lnTo>
                  <a:pt x="6350" y="6853174"/>
                </a:lnTo>
                <a:lnTo>
                  <a:pt x="6350" y="0"/>
                </a:lnTo>
                <a:close/>
              </a:path>
            </a:pathLst>
          </a:custGeom>
          <a:solidFill>
            <a:srgbClr val="ebe6d7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0" name="bg object 16" descr="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101" name="CustomShape 4"/>
          <p:cNvSpPr/>
          <p:nvPr/>
        </p:nvSpPr>
        <p:spPr>
          <a:xfrm>
            <a:off x="801720" y="4680"/>
            <a:ext cx="6120" cy="6853320"/>
          </a:xfrm>
          <a:custGeom>
            <a:avLst/>
            <a:gdLst/>
            <a:ahLst/>
            <a:rect l="l" t="t" r="r" b="b"/>
            <a:pathLst>
              <a:path w="6350" h="6853555">
                <a:moveTo>
                  <a:pt x="6350" y="0"/>
                </a:moveTo>
                <a:lnTo>
                  <a:pt x="0" y="0"/>
                </a:lnTo>
                <a:lnTo>
                  <a:pt x="0" y="6853174"/>
                </a:lnTo>
                <a:lnTo>
                  <a:pt x="6350" y="6853174"/>
                </a:lnTo>
                <a:lnTo>
                  <a:pt x="6350" y="0"/>
                </a:lnTo>
                <a:close/>
              </a:path>
            </a:pathLst>
          </a:custGeom>
          <a:solidFill>
            <a:srgbClr val="ebe6d7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CustomShape 5"/>
          <p:cNvSpPr/>
          <p:nvPr/>
        </p:nvSpPr>
        <p:spPr>
          <a:xfrm>
            <a:off x="804960" y="395280"/>
            <a:ext cx="10584000" cy="360"/>
          </a:xfrm>
          <a:custGeom>
            <a:avLst/>
            <a:gdLst/>
            <a:ahLst/>
            <a:rect l="l" t="t" r="r" b="b"/>
            <a:pathLst>
              <a:path w="10584180" h="0">
                <a:moveTo>
                  <a:pt x="0" y="0"/>
                </a:moveTo>
                <a:lnTo>
                  <a:pt x="10584116" y="0"/>
                </a:lnTo>
              </a:path>
            </a:pathLst>
          </a:custGeom>
          <a:noFill/>
          <a:ln w="6480">
            <a:solidFill>
              <a:srgbClr val="ebe6d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CustomShape 6"/>
          <p:cNvSpPr/>
          <p:nvPr/>
        </p:nvSpPr>
        <p:spPr>
          <a:xfrm>
            <a:off x="11393640" y="4680"/>
            <a:ext cx="6120" cy="6853320"/>
          </a:xfrm>
          <a:custGeom>
            <a:avLst/>
            <a:gdLst/>
            <a:ahLst/>
            <a:rect l="l" t="t" r="r" b="b"/>
            <a:pathLst>
              <a:path w="6350" h="6853555">
                <a:moveTo>
                  <a:pt x="6350" y="0"/>
                </a:moveTo>
                <a:lnTo>
                  <a:pt x="0" y="0"/>
                </a:lnTo>
                <a:lnTo>
                  <a:pt x="0" y="6853174"/>
                </a:lnTo>
                <a:lnTo>
                  <a:pt x="6350" y="6853174"/>
                </a:lnTo>
                <a:lnTo>
                  <a:pt x="6350" y="0"/>
                </a:lnTo>
                <a:close/>
              </a:path>
            </a:pathLst>
          </a:custGeom>
          <a:solidFill>
            <a:srgbClr val="ebe6d7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CustomShape 7"/>
          <p:cNvSpPr/>
          <p:nvPr/>
        </p:nvSpPr>
        <p:spPr>
          <a:xfrm>
            <a:off x="804960" y="6453360"/>
            <a:ext cx="10584000" cy="360"/>
          </a:xfrm>
          <a:custGeom>
            <a:avLst/>
            <a:gdLst/>
            <a:ahLst/>
            <a:rect l="l" t="t" r="r" b="b"/>
            <a:pathLst>
              <a:path w="10584180" h="0">
                <a:moveTo>
                  <a:pt x="0" y="0"/>
                </a:moveTo>
                <a:lnTo>
                  <a:pt x="10584116" y="0"/>
                </a:lnTo>
              </a:path>
            </a:pathLst>
          </a:custGeom>
          <a:noFill/>
          <a:ln w="6480">
            <a:solidFill>
              <a:srgbClr val="ebe6d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PlaceHolder 8"/>
          <p:cNvSpPr>
            <a:spLocks noGrp="1"/>
          </p:cNvSpPr>
          <p:nvPr>
            <p:ph type="title"/>
          </p:nvPr>
        </p:nvSpPr>
        <p:spPr>
          <a:xfrm>
            <a:off x="1617840" y="739080"/>
            <a:ext cx="9226800" cy="14983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ru-RU" sz="3950" spc="-1" strike="noStrike">
                <a:latin typeface="Calibri"/>
              </a:rPr>
              <a:t>Click to edit the title text format</a:t>
            </a:r>
            <a:endParaRPr b="0" lang="ru-RU" sz="3950" spc="-1" strike="noStrike">
              <a:latin typeface="Calibri"/>
            </a:endParaRPr>
          </a:p>
        </p:txBody>
      </p:sp>
      <p:sp>
        <p:nvSpPr>
          <p:cNvPr id="106" name="PlaceHolder 9"/>
          <p:cNvSpPr>
            <a:spLocks noGrp="1"/>
          </p:cNvSpPr>
          <p:nvPr>
            <p:ph type="body"/>
          </p:nvPr>
        </p:nvSpPr>
        <p:spPr>
          <a:xfrm>
            <a:off x="609480" y="1577520"/>
            <a:ext cx="5303160" cy="3977640"/>
          </a:xfrm>
          <a:prstGeom prst="rect">
            <a:avLst/>
          </a:prstGeom>
        </p:spPr>
        <p:txBody>
          <a:bodyPr lIns="0" rIns="0" tIns="0" bIns="0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Calibri"/>
              </a:rPr>
              <a:t>Click to edit the outline text format</a:t>
            </a:r>
            <a:endParaRPr b="0" lang="ru-RU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Calibri"/>
              </a:rPr>
              <a:t>Second Outline Level</a:t>
            </a:r>
            <a:endParaRPr b="0" lang="ru-RU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Calibri"/>
              </a:rPr>
              <a:t>Third Outline Level</a:t>
            </a:r>
            <a:endParaRPr b="0" lang="ru-RU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Calibri"/>
              </a:rPr>
              <a:t>Fourth Outline Level</a:t>
            </a:r>
            <a:endParaRPr b="0" lang="ru-RU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Calibri"/>
              </a:rPr>
              <a:t>Fifth Outline Level</a:t>
            </a:r>
            <a:endParaRPr b="0" lang="ru-RU" sz="18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Calibri"/>
              </a:rPr>
              <a:t>Sixth Outline Level</a:t>
            </a:r>
            <a:endParaRPr b="0" lang="ru-RU" sz="18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Calibri"/>
              </a:rPr>
              <a:t>Seventh Outline Level</a:t>
            </a:r>
            <a:endParaRPr b="0" lang="ru-RU" sz="1800" spc="-1" strike="noStrike">
              <a:latin typeface="Calibri"/>
            </a:endParaRPr>
          </a:p>
        </p:txBody>
      </p:sp>
      <p:sp>
        <p:nvSpPr>
          <p:cNvPr id="107" name="PlaceHolder 10"/>
          <p:cNvSpPr>
            <a:spLocks noGrp="1"/>
          </p:cNvSpPr>
          <p:nvPr>
            <p:ph type="body"/>
          </p:nvPr>
        </p:nvSpPr>
        <p:spPr>
          <a:xfrm>
            <a:off x="6278760" y="1577520"/>
            <a:ext cx="5303160" cy="3977640"/>
          </a:xfrm>
          <a:prstGeom prst="rect">
            <a:avLst/>
          </a:prstGeom>
        </p:spPr>
        <p:txBody>
          <a:bodyPr lIns="0" rIns="0" tIns="0" bIns="0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Calibri"/>
              </a:rPr>
              <a:t>Click to edit the outline text format</a:t>
            </a:r>
            <a:endParaRPr b="0" lang="ru-RU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Calibri"/>
              </a:rPr>
              <a:t>Second Outline Level</a:t>
            </a:r>
            <a:endParaRPr b="0" lang="ru-RU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Calibri"/>
              </a:rPr>
              <a:t>Third Outline Level</a:t>
            </a:r>
            <a:endParaRPr b="0" lang="ru-RU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Calibri"/>
              </a:rPr>
              <a:t>Fourth Outline Level</a:t>
            </a:r>
            <a:endParaRPr b="0" lang="ru-RU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Calibri"/>
              </a:rPr>
              <a:t>Fifth Outline Level</a:t>
            </a:r>
            <a:endParaRPr b="0" lang="ru-RU" sz="18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Calibri"/>
              </a:rPr>
              <a:t>Sixth Outline Level</a:t>
            </a:r>
            <a:endParaRPr b="0" lang="ru-RU" sz="18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Calibri"/>
              </a:rPr>
              <a:t>Seventh Outline Level</a:t>
            </a:r>
            <a:endParaRPr b="0" lang="ru-RU" sz="1800" spc="-1" strike="noStrike">
              <a:latin typeface="Calibri"/>
            </a:endParaRPr>
          </a:p>
        </p:txBody>
      </p:sp>
      <p:sp>
        <p:nvSpPr>
          <p:cNvPr id="108" name="PlaceHolder 11"/>
          <p:cNvSpPr>
            <a:spLocks noGrp="1"/>
          </p:cNvSpPr>
          <p:nvPr>
            <p:ph type="ftr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ru-RU" sz="2400" spc="-1" strike="noStrike">
              <a:latin typeface="Times New Roman"/>
            </a:endParaRPr>
          </a:p>
        </p:txBody>
      </p:sp>
      <p:sp>
        <p:nvSpPr>
          <p:cNvPr id="109" name="PlaceHolder 12"/>
          <p:cNvSpPr>
            <a:spLocks noGrp="1"/>
          </p:cNvSpPr>
          <p:nvPr>
            <p:ph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ru-RU" sz="2400" spc="-1" strike="noStrike">
              <a:latin typeface="Times New Roman"/>
            </a:endParaRPr>
          </a:p>
        </p:txBody>
      </p:sp>
      <p:sp>
        <p:nvSpPr>
          <p:cNvPr id="110" name="PlaceHolder 13"/>
          <p:cNvSpPr>
            <a:spLocks noGrp="1"/>
          </p:cNvSpPr>
          <p:nvPr>
            <p:ph type="sldNum"/>
          </p:nvPr>
        </p:nvSpPr>
        <p:spPr>
          <a:xfrm>
            <a:off x="332280" y="6435720"/>
            <a:ext cx="249840" cy="140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41760">
              <a:lnSpc>
                <a:spcPts val="995"/>
              </a:lnSpc>
            </a:pPr>
            <a:fld id="{02FFF1A9-F93E-4A8E-8018-DB7CEABE9F06}" type="slidenum">
              <a:rPr b="0" lang="ru-RU" sz="900" spc="-26" strike="noStrike">
                <a:solidFill>
                  <a:srgbClr val="ebe6d7"/>
                </a:solidFill>
                <a:latin typeface="Arial"/>
              </a:rPr>
              <a:t>&lt;number&gt;</a:t>
            </a:fld>
            <a:endParaRPr b="0" lang="ru-RU" sz="9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148" name="CustomShape 1"/>
          <p:cNvSpPr/>
          <p:nvPr/>
        </p:nvSpPr>
        <p:spPr>
          <a:xfrm>
            <a:off x="801720" y="4680"/>
            <a:ext cx="6120" cy="6853320"/>
          </a:xfrm>
          <a:custGeom>
            <a:avLst/>
            <a:gdLst/>
            <a:ahLst/>
            <a:rect l="l" t="t" r="r" b="b"/>
            <a:pathLst>
              <a:path w="6350" h="6853555">
                <a:moveTo>
                  <a:pt x="6350" y="0"/>
                </a:moveTo>
                <a:lnTo>
                  <a:pt x="0" y="0"/>
                </a:lnTo>
                <a:lnTo>
                  <a:pt x="0" y="6853174"/>
                </a:lnTo>
                <a:lnTo>
                  <a:pt x="6350" y="6853174"/>
                </a:lnTo>
                <a:lnTo>
                  <a:pt x="6350" y="0"/>
                </a:lnTo>
                <a:close/>
              </a:path>
            </a:pathLst>
          </a:custGeom>
          <a:solidFill>
            <a:srgbClr val="ebe6d7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CustomShape 2"/>
          <p:cNvSpPr/>
          <p:nvPr/>
        </p:nvSpPr>
        <p:spPr>
          <a:xfrm>
            <a:off x="804960" y="395280"/>
            <a:ext cx="10584000" cy="360"/>
          </a:xfrm>
          <a:custGeom>
            <a:avLst/>
            <a:gdLst/>
            <a:ahLst/>
            <a:rect l="l" t="t" r="r" b="b"/>
            <a:pathLst>
              <a:path w="10584180" h="0">
                <a:moveTo>
                  <a:pt x="0" y="0"/>
                </a:moveTo>
                <a:lnTo>
                  <a:pt x="10584116" y="0"/>
                </a:lnTo>
              </a:path>
            </a:pathLst>
          </a:custGeom>
          <a:noFill/>
          <a:ln w="6480">
            <a:solidFill>
              <a:srgbClr val="ebe6d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CustomShape 3"/>
          <p:cNvSpPr/>
          <p:nvPr/>
        </p:nvSpPr>
        <p:spPr>
          <a:xfrm>
            <a:off x="11393640" y="4680"/>
            <a:ext cx="6120" cy="6853320"/>
          </a:xfrm>
          <a:custGeom>
            <a:avLst/>
            <a:gdLst/>
            <a:ahLst/>
            <a:rect l="l" t="t" r="r" b="b"/>
            <a:pathLst>
              <a:path w="6350" h="6853555">
                <a:moveTo>
                  <a:pt x="6350" y="0"/>
                </a:moveTo>
                <a:lnTo>
                  <a:pt x="0" y="0"/>
                </a:lnTo>
                <a:lnTo>
                  <a:pt x="0" y="6853174"/>
                </a:lnTo>
                <a:lnTo>
                  <a:pt x="6350" y="6853174"/>
                </a:lnTo>
                <a:lnTo>
                  <a:pt x="6350" y="0"/>
                </a:lnTo>
                <a:close/>
              </a:path>
            </a:pathLst>
          </a:custGeom>
          <a:solidFill>
            <a:srgbClr val="ebe6d7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PlaceHolder 4"/>
          <p:cNvSpPr>
            <a:spLocks noGrp="1"/>
          </p:cNvSpPr>
          <p:nvPr>
            <p:ph type="title"/>
          </p:nvPr>
        </p:nvSpPr>
        <p:spPr>
          <a:xfrm>
            <a:off x="1617840" y="739080"/>
            <a:ext cx="9226800" cy="14983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ru-RU" sz="3950" spc="-1" strike="noStrike">
                <a:latin typeface="Calibri"/>
              </a:rPr>
              <a:t>Click to edit the title text format</a:t>
            </a:r>
            <a:endParaRPr b="0" lang="ru-RU" sz="3950" spc="-1" strike="noStrike">
              <a:latin typeface="Calibri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609480" y="1577520"/>
            <a:ext cx="1097244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Calibri"/>
              </a:rPr>
              <a:t>Click to edit the outline text format</a:t>
            </a:r>
            <a:endParaRPr b="0" lang="ru-RU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Calibri"/>
              </a:rPr>
              <a:t>Second Outline Level</a:t>
            </a:r>
            <a:endParaRPr b="0" lang="ru-RU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Calibri"/>
              </a:rPr>
              <a:t>Third Outline Level</a:t>
            </a:r>
            <a:endParaRPr b="0" lang="ru-RU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Calibri"/>
              </a:rPr>
              <a:t>Fourth Outline Level</a:t>
            </a:r>
            <a:endParaRPr b="0" lang="ru-RU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Calibri"/>
              </a:rPr>
              <a:t>Fifth Outline Level</a:t>
            </a:r>
            <a:endParaRPr b="0" lang="ru-RU" sz="18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Calibri"/>
              </a:rPr>
              <a:t>Sixth Outline Level</a:t>
            </a:r>
            <a:endParaRPr b="0" lang="ru-RU" sz="18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Calibri"/>
              </a:rPr>
              <a:t>Seventh Outline Level</a:t>
            </a:r>
            <a:endParaRPr b="0" lang="ru-RU" sz="1800" spc="-1" strike="noStrike">
              <a:latin typeface="Calibri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ftr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ru-RU" sz="2400" spc="-1" strike="noStrike">
              <a:latin typeface="Times New Roman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ru-RU" sz="2400" spc="-1" strike="noStrike">
              <a:latin typeface="Times New Roman"/>
            </a:endParaRPr>
          </a:p>
        </p:txBody>
      </p:sp>
      <p:sp>
        <p:nvSpPr>
          <p:cNvPr id="155" name="PlaceHolder 8"/>
          <p:cNvSpPr>
            <a:spLocks noGrp="1"/>
          </p:cNvSpPr>
          <p:nvPr>
            <p:ph type="sldNum"/>
          </p:nvPr>
        </p:nvSpPr>
        <p:spPr>
          <a:xfrm>
            <a:off x="332280" y="6435720"/>
            <a:ext cx="249840" cy="140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41760">
              <a:lnSpc>
                <a:spcPts val="995"/>
              </a:lnSpc>
            </a:pPr>
            <a:fld id="{EAB604CE-8A62-443E-9344-FCEC0A2DD804}" type="slidenum">
              <a:rPr b="0" lang="ru-RU" sz="900" spc="-26" strike="noStrike">
                <a:solidFill>
                  <a:srgbClr val="ebe6d7"/>
                </a:solidFill>
                <a:latin typeface="Arial"/>
              </a:rPr>
              <a:t>&lt;number&gt;</a:t>
            </a:fld>
            <a:endParaRPr b="0" lang="ru-RU" sz="9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3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3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ustomShape 1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820c0c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93" name="Group 2"/>
          <p:cNvGrpSpPr/>
          <p:nvPr/>
        </p:nvGrpSpPr>
        <p:grpSpPr>
          <a:xfrm>
            <a:off x="801720" y="4680"/>
            <a:ext cx="10598040" cy="6853320"/>
            <a:chOff x="801720" y="4680"/>
            <a:chExt cx="10598040" cy="6853320"/>
          </a:xfrm>
        </p:grpSpPr>
        <p:sp>
          <p:nvSpPr>
            <p:cNvPr id="194" name="CustomShape 3"/>
            <p:cNvSpPr/>
            <p:nvPr/>
          </p:nvSpPr>
          <p:spPr>
            <a:xfrm>
              <a:off x="801720" y="4680"/>
              <a:ext cx="6120" cy="6853320"/>
            </a:xfrm>
            <a:custGeom>
              <a:avLst/>
              <a:gdLst/>
              <a:ahLst/>
              <a:rect l="l" t="t" r="r" b="b"/>
              <a:pathLst>
                <a:path w="6350" h="6853555">
                  <a:moveTo>
                    <a:pt x="6350" y="0"/>
                  </a:moveTo>
                  <a:lnTo>
                    <a:pt x="0" y="0"/>
                  </a:lnTo>
                  <a:lnTo>
                    <a:pt x="0" y="6853174"/>
                  </a:lnTo>
                  <a:lnTo>
                    <a:pt x="6350" y="6853174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be6d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" name="CustomShape 4"/>
            <p:cNvSpPr/>
            <p:nvPr/>
          </p:nvSpPr>
          <p:spPr>
            <a:xfrm>
              <a:off x="804960" y="395280"/>
              <a:ext cx="10584000" cy="360"/>
            </a:xfrm>
            <a:custGeom>
              <a:avLst/>
              <a:gdLst/>
              <a:ahLst/>
              <a:rect l="l" t="t" r="r" b="b"/>
              <a:pathLst>
                <a:path w="10584180" h="0">
                  <a:moveTo>
                    <a:pt x="0" y="0"/>
                  </a:moveTo>
                  <a:lnTo>
                    <a:pt x="10584116" y="0"/>
                  </a:lnTo>
                </a:path>
              </a:pathLst>
            </a:custGeom>
            <a:noFill/>
            <a:ln w="6480">
              <a:solidFill>
                <a:srgbClr val="ebe6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" name="CustomShape 5"/>
            <p:cNvSpPr/>
            <p:nvPr/>
          </p:nvSpPr>
          <p:spPr>
            <a:xfrm>
              <a:off x="11393640" y="4680"/>
              <a:ext cx="6120" cy="6853320"/>
            </a:xfrm>
            <a:custGeom>
              <a:avLst/>
              <a:gdLst/>
              <a:ahLst/>
              <a:rect l="l" t="t" r="r" b="b"/>
              <a:pathLst>
                <a:path w="6350" h="6853555">
                  <a:moveTo>
                    <a:pt x="6350" y="0"/>
                  </a:moveTo>
                  <a:lnTo>
                    <a:pt x="0" y="0"/>
                  </a:lnTo>
                  <a:lnTo>
                    <a:pt x="0" y="6853174"/>
                  </a:lnTo>
                  <a:lnTo>
                    <a:pt x="6350" y="6853174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be6d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" name="CustomShape 6"/>
            <p:cNvSpPr/>
            <p:nvPr/>
          </p:nvSpPr>
          <p:spPr>
            <a:xfrm>
              <a:off x="804960" y="4680"/>
              <a:ext cx="10584000" cy="6457680"/>
            </a:xfrm>
            <a:custGeom>
              <a:avLst/>
              <a:gdLst/>
              <a:ahLst/>
              <a:rect l="l" t="t" r="r" b="b"/>
              <a:pathLst>
                <a:path w="10584180" h="6457950">
                  <a:moveTo>
                    <a:pt x="0" y="6448361"/>
                  </a:moveTo>
                  <a:lnTo>
                    <a:pt x="10584116" y="6448361"/>
                  </a:lnTo>
                  <a:moveTo>
                    <a:pt x="2267013" y="3429000"/>
                  </a:moveTo>
                  <a:lnTo>
                    <a:pt x="2267388" y="3380833"/>
                  </a:lnTo>
                  <a:lnTo>
                    <a:pt x="2268510" y="3332848"/>
                  </a:lnTo>
                  <a:lnTo>
                    <a:pt x="2270373" y="3285050"/>
                  </a:lnTo>
                  <a:lnTo>
                    <a:pt x="2272972" y="3237444"/>
                  </a:lnTo>
                  <a:lnTo>
                    <a:pt x="2276301" y="3190036"/>
                  </a:lnTo>
                  <a:lnTo>
                    <a:pt x="2280354" y="3142831"/>
                  </a:lnTo>
                  <a:lnTo>
                    <a:pt x="2285127" y="3095835"/>
                  </a:lnTo>
                  <a:lnTo>
                    <a:pt x="2290613" y="3049054"/>
                  </a:lnTo>
                  <a:lnTo>
                    <a:pt x="2296807" y="3002493"/>
                  </a:lnTo>
                  <a:lnTo>
                    <a:pt x="2303703" y="2956158"/>
                  </a:lnTo>
                  <a:lnTo>
                    <a:pt x="2311296" y="2910053"/>
                  </a:lnTo>
                  <a:lnTo>
                    <a:pt x="2319580" y="2864186"/>
                  </a:lnTo>
                  <a:lnTo>
                    <a:pt x="2328550" y="2818560"/>
                  </a:lnTo>
                  <a:lnTo>
                    <a:pt x="2338201" y="2773182"/>
                  </a:lnTo>
                  <a:lnTo>
                    <a:pt x="2348526" y="2728058"/>
                  </a:lnTo>
                  <a:lnTo>
                    <a:pt x="2359520" y="2683193"/>
                  </a:lnTo>
                  <a:lnTo>
                    <a:pt x="2371178" y="2638592"/>
                  </a:lnTo>
                  <a:lnTo>
                    <a:pt x="2383493" y="2594260"/>
                  </a:lnTo>
                  <a:lnTo>
                    <a:pt x="2396461" y="2550205"/>
                  </a:lnTo>
                  <a:lnTo>
                    <a:pt x="2410077" y="2506430"/>
                  </a:lnTo>
                  <a:lnTo>
                    <a:pt x="2424333" y="2462942"/>
                  </a:lnTo>
                  <a:lnTo>
                    <a:pt x="2439226" y="2419746"/>
                  </a:lnTo>
                  <a:lnTo>
                    <a:pt x="2454748" y="2376848"/>
                  </a:lnTo>
                  <a:lnTo>
                    <a:pt x="2470896" y="2334253"/>
                  </a:lnTo>
                  <a:lnTo>
                    <a:pt x="2487662" y="2291967"/>
                  </a:lnTo>
                  <a:lnTo>
                    <a:pt x="2505043" y="2249995"/>
                  </a:lnTo>
                  <a:lnTo>
                    <a:pt x="2523031" y="2208343"/>
                  </a:lnTo>
                  <a:lnTo>
                    <a:pt x="2541622" y="2167016"/>
                  </a:lnTo>
                  <a:lnTo>
                    <a:pt x="2560810" y="2126021"/>
                  </a:lnTo>
                  <a:lnTo>
                    <a:pt x="2580590" y="2085361"/>
                  </a:lnTo>
                  <a:lnTo>
                    <a:pt x="2600956" y="2045044"/>
                  </a:lnTo>
                  <a:lnTo>
                    <a:pt x="2621902" y="2005074"/>
                  </a:lnTo>
                  <a:lnTo>
                    <a:pt x="2643423" y="1965458"/>
                  </a:lnTo>
                  <a:lnTo>
                    <a:pt x="2665513" y="1926200"/>
                  </a:lnTo>
                  <a:lnTo>
                    <a:pt x="2688167" y="1887306"/>
                  </a:lnTo>
                  <a:lnTo>
                    <a:pt x="2711379" y="1848782"/>
                  </a:lnTo>
                  <a:lnTo>
                    <a:pt x="2735144" y="1810634"/>
                  </a:lnTo>
                  <a:lnTo>
                    <a:pt x="2759456" y="1772866"/>
                  </a:lnTo>
                  <a:lnTo>
                    <a:pt x="2784310" y="1735484"/>
                  </a:lnTo>
                  <a:lnTo>
                    <a:pt x="2809700" y="1698495"/>
                  </a:lnTo>
                  <a:lnTo>
                    <a:pt x="2835620" y="1661903"/>
                  </a:lnTo>
                  <a:lnTo>
                    <a:pt x="2862065" y="1625714"/>
                  </a:lnTo>
                  <a:lnTo>
                    <a:pt x="2889030" y="1589933"/>
                  </a:lnTo>
                  <a:lnTo>
                    <a:pt x="2916508" y="1554567"/>
                  </a:lnTo>
                  <a:lnTo>
                    <a:pt x="2944495" y="1519620"/>
                  </a:lnTo>
                  <a:lnTo>
                    <a:pt x="2972985" y="1485098"/>
                  </a:lnTo>
                  <a:lnTo>
                    <a:pt x="3001972" y="1451007"/>
                  </a:lnTo>
                  <a:lnTo>
                    <a:pt x="3031451" y="1417353"/>
                  </a:lnTo>
                  <a:lnTo>
                    <a:pt x="3061415" y="1384140"/>
                  </a:lnTo>
                  <a:lnTo>
                    <a:pt x="3091861" y="1351375"/>
                  </a:lnTo>
                  <a:lnTo>
                    <a:pt x="3122781" y="1319062"/>
                  </a:lnTo>
                  <a:lnTo>
                    <a:pt x="3154172" y="1287208"/>
                  </a:lnTo>
                  <a:lnTo>
                    <a:pt x="3186026" y="1255818"/>
                  </a:lnTo>
                  <a:lnTo>
                    <a:pt x="3218338" y="1224897"/>
                  </a:lnTo>
                  <a:lnTo>
                    <a:pt x="3251104" y="1194452"/>
                  </a:lnTo>
                  <a:lnTo>
                    <a:pt x="3284316" y="1164487"/>
                  </a:lnTo>
                  <a:lnTo>
                    <a:pt x="3317971" y="1135008"/>
                  </a:lnTo>
                  <a:lnTo>
                    <a:pt x="3352062" y="1106021"/>
                  </a:lnTo>
                  <a:lnTo>
                    <a:pt x="3386583" y="1077532"/>
                  </a:lnTo>
                  <a:lnTo>
                    <a:pt x="3421530" y="1049545"/>
                  </a:lnTo>
                  <a:lnTo>
                    <a:pt x="3456897" y="1022066"/>
                  </a:lnTo>
                  <a:lnTo>
                    <a:pt x="3492677" y="995102"/>
                  </a:lnTo>
                  <a:lnTo>
                    <a:pt x="3528866" y="968656"/>
                  </a:lnTo>
                  <a:lnTo>
                    <a:pt x="3565458" y="942736"/>
                  </a:lnTo>
                  <a:lnTo>
                    <a:pt x="3602448" y="917346"/>
                  </a:lnTo>
                  <a:lnTo>
                    <a:pt x="3639829" y="892493"/>
                  </a:lnTo>
                  <a:lnTo>
                    <a:pt x="3677597" y="868181"/>
                  </a:lnTo>
                  <a:lnTo>
                    <a:pt x="3715746" y="844416"/>
                  </a:lnTo>
                  <a:lnTo>
                    <a:pt x="3754270" y="821203"/>
                  </a:lnTo>
                  <a:lnTo>
                    <a:pt x="3793163" y="798549"/>
                  </a:lnTo>
                  <a:lnTo>
                    <a:pt x="3832421" y="776459"/>
                  </a:lnTo>
                  <a:lnTo>
                    <a:pt x="3872038" y="754938"/>
                  </a:lnTo>
                  <a:lnTo>
                    <a:pt x="3912008" y="733992"/>
                  </a:lnTo>
                  <a:lnTo>
                    <a:pt x="3952325" y="713627"/>
                  </a:lnTo>
                  <a:lnTo>
                    <a:pt x="3992984" y="693847"/>
                  </a:lnTo>
                  <a:lnTo>
                    <a:pt x="4033980" y="674659"/>
                  </a:lnTo>
                  <a:lnTo>
                    <a:pt x="4075306" y="656068"/>
                  </a:lnTo>
                  <a:lnTo>
                    <a:pt x="4116958" y="638079"/>
                  </a:lnTo>
                  <a:lnTo>
                    <a:pt x="4158930" y="620699"/>
                  </a:lnTo>
                  <a:lnTo>
                    <a:pt x="4201217" y="603932"/>
                  </a:lnTo>
                  <a:lnTo>
                    <a:pt x="4243812" y="587785"/>
                  </a:lnTo>
                  <a:lnTo>
                    <a:pt x="4286710" y="572262"/>
                  </a:lnTo>
                  <a:lnTo>
                    <a:pt x="4329906" y="557370"/>
                  </a:lnTo>
                  <a:lnTo>
                    <a:pt x="4373394" y="543113"/>
                  </a:lnTo>
                  <a:lnTo>
                    <a:pt x="4417168" y="529498"/>
                  </a:lnTo>
                  <a:lnTo>
                    <a:pt x="4461224" y="516530"/>
                  </a:lnTo>
                  <a:lnTo>
                    <a:pt x="4505555" y="504214"/>
                  </a:lnTo>
                  <a:lnTo>
                    <a:pt x="4550156" y="492556"/>
                  </a:lnTo>
                  <a:lnTo>
                    <a:pt x="4595022" y="481562"/>
                  </a:lnTo>
                  <a:lnTo>
                    <a:pt x="4640146" y="471237"/>
                  </a:lnTo>
                  <a:lnTo>
                    <a:pt x="4685524" y="461587"/>
                  </a:lnTo>
                  <a:lnTo>
                    <a:pt x="4731149" y="452617"/>
                  </a:lnTo>
                  <a:lnTo>
                    <a:pt x="4777017" y="444332"/>
                  </a:lnTo>
                  <a:lnTo>
                    <a:pt x="4823121" y="436739"/>
                  </a:lnTo>
                  <a:lnTo>
                    <a:pt x="4869457" y="429843"/>
                  </a:lnTo>
                  <a:lnTo>
                    <a:pt x="4916018" y="423649"/>
                  </a:lnTo>
                  <a:lnTo>
                    <a:pt x="4962799" y="418163"/>
                  </a:lnTo>
                  <a:lnTo>
                    <a:pt x="5009795" y="413391"/>
                  </a:lnTo>
                  <a:lnTo>
                    <a:pt x="5056999" y="409337"/>
                  </a:lnTo>
                  <a:lnTo>
                    <a:pt x="5104407" y="406009"/>
                  </a:lnTo>
                  <a:lnTo>
                    <a:pt x="5152013" y="403410"/>
                  </a:lnTo>
                  <a:lnTo>
                    <a:pt x="5199812" y="401547"/>
                  </a:lnTo>
                  <a:lnTo>
                    <a:pt x="5247797" y="400425"/>
                  </a:lnTo>
                  <a:lnTo>
                    <a:pt x="5295963" y="400050"/>
                  </a:lnTo>
                  <a:lnTo>
                    <a:pt x="5344126" y="400425"/>
                  </a:lnTo>
                  <a:lnTo>
                    <a:pt x="5392107" y="401547"/>
                  </a:lnTo>
                  <a:lnTo>
                    <a:pt x="5439902" y="403410"/>
                  </a:lnTo>
                  <a:lnTo>
                    <a:pt x="5487505" y="406009"/>
                  </a:lnTo>
                  <a:lnTo>
                    <a:pt x="5534910" y="409337"/>
                  </a:lnTo>
                  <a:lnTo>
                    <a:pt x="5582112" y="413391"/>
                  </a:lnTo>
                  <a:lnTo>
                    <a:pt x="5629105" y="418163"/>
                  </a:lnTo>
                  <a:lnTo>
                    <a:pt x="5675883" y="423649"/>
                  </a:lnTo>
                  <a:lnTo>
                    <a:pt x="5722442" y="429843"/>
                  </a:lnTo>
                  <a:lnTo>
                    <a:pt x="5768775" y="436739"/>
                  </a:lnTo>
                  <a:lnTo>
                    <a:pt x="5814877" y="444332"/>
                  </a:lnTo>
                  <a:lnTo>
                    <a:pt x="5860743" y="452617"/>
                  </a:lnTo>
                  <a:lnTo>
                    <a:pt x="5906366" y="461587"/>
                  </a:lnTo>
                  <a:lnTo>
                    <a:pt x="5951742" y="471237"/>
                  </a:lnTo>
                  <a:lnTo>
                    <a:pt x="5996864" y="481562"/>
                  </a:lnTo>
                  <a:lnTo>
                    <a:pt x="6041728" y="492556"/>
                  </a:lnTo>
                  <a:lnTo>
                    <a:pt x="6086327" y="504214"/>
                  </a:lnTo>
                  <a:lnTo>
                    <a:pt x="6130657" y="516530"/>
                  </a:lnTo>
                  <a:lnTo>
                    <a:pt x="6174711" y="529498"/>
                  </a:lnTo>
                  <a:lnTo>
                    <a:pt x="6218485" y="543113"/>
                  </a:lnTo>
                  <a:lnTo>
                    <a:pt x="6261971" y="557370"/>
                  </a:lnTo>
                  <a:lnTo>
                    <a:pt x="6305166" y="572262"/>
                  </a:lnTo>
                  <a:lnTo>
                    <a:pt x="6348063" y="587785"/>
                  </a:lnTo>
                  <a:lnTo>
                    <a:pt x="6390657" y="603932"/>
                  </a:lnTo>
                  <a:lnTo>
                    <a:pt x="6432943" y="620699"/>
                  </a:lnTo>
                  <a:lnTo>
                    <a:pt x="6474914" y="638079"/>
                  </a:lnTo>
                  <a:lnTo>
                    <a:pt x="6516565" y="656068"/>
                  </a:lnTo>
                  <a:lnTo>
                    <a:pt x="6557891" y="674659"/>
                  </a:lnTo>
                  <a:lnTo>
                    <a:pt x="6598887" y="693847"/>
                  </a:lnTo>
                  <a:lnTo>
                    <a:pt x="6639546" y="713627"/>
                  </a:lnTo>
                  <a:lnTo>
                    <a:pt x="6679863" y="733992"/>
                  </a:lnTo>
                  <a:lnTo>
                    <a:pt x="6719832" y="754938"/>
                  </a:lnTo>
                  <a:lnTo>
                    <a:pt x="6759448" y="776459"/>
                  </a:lnTo>
                  <a:lnTo>
                    <a:pt x="6798706" y="798549"/>
                  </a:lnTo>
                  <a:lnTo>
                    <a:pt x="6837600" y="821203"/>
                  </a:lnTo>
                  <a:lnTo>
                    <a:pt x="6876124" y="844416"/>
                  </a:lnTo>
                  <a:lnTo>
                    <a:pt x="6914273" y="868181"/>
                  </a:lnTo>
                  <a:lnTo>
                    <a:pt x="6952041" y="892493"/>
                  </a:lnTo>
                  <a:lnTo>
                    <a:pt x="6989422" y="917346"/>
                  </a:lnTo>
                  <a:lnTo>
                    <a:pt x="7026412" y="942736"/>
                  </a:lnTo>
                  <a:lnTo>
                    <a:pt x="7063005" y="968656"/>
                  </a:lnTo>
                  <a:lnTo>
                    <a:pt x="7099194" y="995102"/>
                  </a:lnTo>
                  <a:lnTo>
                    <a:pt x="7134975" y="1022066"/>
                  </a:lnTo>
                  <a:lnTo>
                    <a:pt x="7170342" y="1049545"/>
                  </a:lnTo>
                  <a:lnTo>
                    <a:pt x="7205290" y="1077532"/>
                  </a:lnTo>
                  <a:lnTo>
                    <a:pt x="7239812" y="1106021"/>
                  </a:lnTo>
                  <a:lnTo>
                    <a:pt x="7273903" y="1135008"/>
                  </a:lnTo>
                  <a:lnTo>
                    <a:pt x="7307559" y="1164487"/>
                  </a:lnTo>
                  <a:lnTo>
                    <a:pt x="7340772" y="1194452"/>
                  </a:lnTo>
                  <a:lnTo>
                    <a:pt x="7373539" y="1224897"/>
                  </a:lnTo>
                  <a:lnTo>
                    <a:pt x="7405852" y="1255818"/>
                  </a:lnTo>
                  <a:lnTo>
                    <a:pt x="7437707" y="1287208"/>
                  </a:lnTo>
                  <a:lnTo>
                    <a:pt x="7469098" y="1319062"/>
                  </a:lnTo>
                  <a:lnTo>
                    <a:pt x="7500019" y="1351375"/>
                  </a:lnTo>
                  <a:lnTo>
                    <a:pt x="7530466" y="1384140"/>
                  </a:lnTo>
                  <a:lnTo>
                    <a:pt x="7560432" y="1417353"/>
                  </a:lnTo>
                  <a:lnTo>
                    <a:pt x="7589911" y="1451007"/>
                  </a:lnTo>
                  <a:lnTo>
                    <a:pt x="7618900" y="1485098"/>
                  </a:lnTo>
                  <a:lnTo>
                    <a:pt x="7647390" y="1519620"/>
                  </a:lnTo>
                  <a:lnTo>
                    <a:pt x="7675378" y="1554567"/>
                  </a:lnTo>
                  <a:lnTo>
                    <a:pt x="7702858" y="1589933"/>
                  </a:lnTo>
                  <a:lnTo>
                    <a:pt x="7729824" y="1625714"/>
                  </a:lnTo>
                  <a:lnTo>
                    <a:pt x="7756270" y="1661903"/>
                  </a:lnTo>
                  <a:lnTo>
                    <a:pt x="7782192" y="1698495"/>
                  </a:lnTo>
                  <a:lnTo>
                    <a:pt x="7807583" y="1735484"/>
                  </a:lnTo>
                  <a:lnTo>
                    <a:pt x="7832438" y="1772866"/>
                  </a:lnTo>
                  <a:lnTo>
                    <a:pt x="7856751" y="1810634"/>
                  </a:lnTo>
                  <a:lnTo>
                    <a:pt x="7880517" y="1848782"/>
                  </a:lnTo>
                  <a:lnTo>
                    <a:pt x="7903731" y="1887306"/>
                  </a:lnTo>
                  <a:lnTo>
                    <a:pt x="7926386" y="1926200"/>
                  </a:lnTo>
                  <a:lnTo>
                    <a:pt x="7948477" y="1965458"/>
                  </a:lnTo>
                  <a:lnTo>
                    <a:pt x="7969999" y="2005074"/>
                  </a:lnTo>
                  <a:lnTo>
                    <a:pt x="7990947" y="2045044"/>
                  </a:lnTo>
                  <a:lnTo>
                    <a:pt x="8011313" y="2085361"/>
                  </a:lnTo>
                  <a:lnTo>
                    <a:pt x="8031094" y="2126021"/>
                  </a:lnTo>
                  <a:lnTo>
                    <a:pt x="8050283" y="2167016"/>
                  </a:lnTo>
                  <a:lnTo>
                    <a:pt x="8068876" y="2208343"/>
                  </a:lnTo>
                  <a:lnTo>
                    <a:pt x="8086865" y="2249995"/>
                  </a:lnTo>
                  <a:lnTo>
                    <a:pt x="8104247" y="2291967"/>
                  </a:lnTo>
                  <a:lnTo>
                    <a:pt x="8121015" y="2334253"/>
                  </a:lnTo>
                  <a:lnTo>
                    <a:pt x="8137163" y="2376848"/>
                  </a:lnTo>
                  <a:lnTo>
                    <a:pt x="8152687" y="2419746"/>
                  </a:lnTo>
                  <a:lnTo>
                    <a:pt x="8167580" y="2462942"/>
                  </a:lnTo>
                  <a:lnTo>
                    <a:pt x="8181838" y="2506430"/>
                  </a:lnTo>
                  <a:lnTo>
                    <a:pt x="8195454" y="2550205"/>
                  </a:lnTo>
                  <a:lnTo>
                    <a:pt x="8208423" y="2594260"/>
                  </a:lnTo>
                  <a:lnTo>
                    <a:pt x="8220740" y="2638592"/>
                  </a:lnTo>
                  <a:lnTo>
                    <a:pt x="8232399" y="2683193"/>
                  </a:lnTo>
                  <a:lnTo>
                    <a:pt x="8243393" y="2728058"/>
                  </a:lnTo>
                  <a:lnTo>
                    <a:pt x="8253719" y="2773182"/>
                  </a:lnTo>
                  <a:lnTo>
                    <a:pt x="8263370" y="2818560"/>
                  </a:lnTo>
                  <a:lnTo>
                    <a:pt x="8272341" y="2864186"/>
                  </a:lnTo>
                  <a:lnTo>
                    <a:pt x="8280626" y="2910053"/>
                  </a:lnTo>
                  <a:lnTo>
                    <a:pt x="8288220" y="2956158"/>
                  </a:lnTo>
                  <a:lnTo>
                    <a:pt x="8295117" y="3002493"/>
                  </a:lnTo>
                  <a:lnTo>
                    <a:pt x="8301311" y="3049054"/>
                  </a:lnTo>
                  <a:lnTo>
                    <a:pt x="8306798" y="3095835"/>
                  </a:lnTo>
                  <a:lnTo>
                    <a:pt x="8311570" y="3142831"/>
                  </a:lnTo>
                  <a:lnTo>
                    <a:pt x="8315624" y="3190036"/>
                  </a:lnTo>
                  <a:lnTo>
                    <a:pt x="8318953" y="3237444"/>
                  </a:lnTo>
                  <a:lnTo>
                    <a:pt x="8321552" y="3285050"/>
                  </a:lnTo>
                  <a:lnTo>
                    <a:pt x="8323416" y="3332848"/>
                  </a:lnTo>
                  <a:lnTo>
                    <a:pt x="8324538" y="3380833"/>
                  </a:lnTo>
                  <a:lnTo>
                    <a:pt x="8324913" y="3429000"/>
                  </a:lnTo>
                  <a:lnTo>
                    <a:pt x="8324538" y="3477162"/>
                  </a:lnTo>
                  <a:lnTo>
                    <a:pt x="8323416" y="3525144"/>
                  </a:lnTo>
                  <a:lnTo>
                    <a:pt x="8321552" y="3572939"/>
                  </a:lnTo>
                  <a:lnTo>
                    <a:pt x="8318953" y="3620541"/>
                  </a:lnTo>
                  <a:lnTo>
                    <a:pt x="8315624" y="3667946"/>
                  </a:lnTo>
                  <a:lnTo>
                    <a:pt x="8311570" y="3715148"/>
                  </a:lnTo>
                  <a:lnTo>
                    <a:pt x="8306798" y="3762140"/>
                  </a:lnTo>
                  <a:lnTo>
                    <a:pt x="8301311" y="3808919"/>
                  </a:lnTo>
                  <a:lnTo>
                    <a:pt x="8295117" y="3855477"/>
                  </a:lnTo>
                  <a:lnTo>
                    <a:pt x="8288220" y="3901810"/>
                  </a:lnTo>
                  <a:lnTo>
                    <a:pt x="8280626" y="3947912"/>
                  </a:lnTo>
                  <a:lnTo>
                    <a:pt x="8272341" y="3993777"/>
                  </a:lnTo>
                  <a:lnTo>
                    <a:pt x="8263370" y="4039400"/>
                  </a:lnTo>
                  <a:lnTo>
                    <a:pt x="8253719" y="4084775"/>
                  </a:lnTo>
                  <a:lnTo>
                    <a:pt x="8243393" y="4129897"/>
                  </a:lnTo>
                  <a:lnTo>
                    <a:pt x="8232399" y="4174760"/>
                  </a:lnTo>
                  <a:lnTo>
                    <a:pt x="8220740" y="4219359"/>
                  </a:lnTo>
                  <a:lnTo>
                    <a:pt x="8208423" y="4263688"/>
                  </a:lnTo>
                  <a:lnTo>
                    <a:pt x="8195454" y="4307742"/>
                  </a:lnTo>
                  <a:lnTo>
                    <a:pt x="8181838" y="4351515"/>
                  </a:lnTo>
                  <a:lnTo>
                    <a:pt x="8167580" y="4395001"/>
                  </a:lnTo>
                  <a:lnTo>
                    <a:pt x="8152687" y="4438195"/>
                  </a:lnTo>
                  <a:lnTo>
                    <a:pt x="8137163" y="4481092"/>
                  </a:lnTo>
                  <a:lnTo>
                    <a:pt x="8121015" y="4523685"/>
                  </a:lnTo>
                  <a:lnTo>
                    <a:pt x="8104247" y="4565970"/>
                  </a:lnTo>
                  <a:lnTo>
                    <a:pt x="8086865" y="4607941"/>
                  </a:lnTo>
                  <a:lnTo>
                    <a:pt x="8068876" y="4649591"/>
                  </a:lnTo>
                  <a:lnTo>
                    <a:pt x="8050283" y="4690917"/>
                  </a:lnTo>
                  <a:lnTo>
                    <a:pt x="8031094" y="4731911"/>
                  </a:lnTo>
                  <a:lnTo>
                    <a:pt x="8011313" y="4772569"/>
                  </a:lnTo>
                  <a:lnTo>
                    <a:pt x="7990947" y="4812885"/>
                  </a:lnTo>
                  <a:lnTo>
                    <a:pt x="7969999" y="4852854"/>
                  </a:lnTo>
                  <a:lnTo>
                    <a:pt x="7948477" y="4892470"/>
                  </a:lnTo>
                  <a:lnTo>
                    <a:pt x="7926386" y="4931727"/>
                  </a:lnTo>
                  <a:lnTo>
                    <a:pt x="7903731" y="4970620"/>
                  </a:lnTo>
                  <a:lnTo>
                    <a:pt x="7880517" y="5009143"/>
                  </a:lnTo>
                  <a:lnTo>
                    <a:pt x="7856751" y="5047291"/>
                  </a:lnTo>
                  <a:lnTo>
                    <a:pt x="7832438" y="5085058"/>
                  </a:lnTo>
                  <a:lnTo>
                    <a:pt x="7807583" y="5122439"/>
                  </a:lnTo>
                  <a:lnTo>
                    <a:pt x="7782192" y="5159428"/>
                  </a:lnTo>
                  <a:lnTo>
                    <a:pt x="7756270" y="5196019"/>
                  </a:lnTo>
                  <a:lnTo>
                    <a:pt x="7729824" y="5232208"/>
                  </a:lnTo>
                  <a:lnTo>
                    <a:pt x="7702858" y="5267988"/>
                  </a:lnTo>
                  <a:lnTo>
                    <a:pt x="7675378" y="5303354"/>
                  </a:lnTo>
                  <a:lnTo>
                    <a:pt x="7647390" y="5338301"/>
                  </a:lnTo>
                  <a:lnTo>
                    <a:pt x="7618900" y="5372822"/>
                  </a:lnTo>
                  <a:lnTo>
                    <a:pt x="7589911" y="5406913"/>
                  </a:lnTo>
                  <a:lnTo>
                    <a:pt x="7560432" y="5440567"/>
                  </a:lnTo>
                  <a:lnTo>
                    <a:pt x="7530466" y="5473780"/>
                  </a:lnTo>
                  <a:lnTo>
                    <a:pt x="7500019" y="5506545"/>
                  </a:lnTo>
                  <a:lnTo>
                    <a:pt x="7469098" y="5538858"/>
                  </a:lnTo>
                  <a:lnTo>
                    <a:pt x="7437707" y="5570712"/>
                  </a:lnTo>
                  <a:lnTo>
                    <a:pt x="7405852" y="5602102"/>
                  </a:lnTo>
                  <a:lnTo>
                    <a:pt x="7373539" y="5633022"/>
                  </a:lnTo>
                  <a:lnTo>
                    <a:pt x="7340772" y="5663468"/>
                  </a:lnTo>
                  <a:lnTo>
                    <a:pt x="7307559" y="5693433"/>
                  </a:lnTo>
                  <a:lnTo>
                    <a:pt x="7273903" y="5722912"/>
                  </a:lnTo>
                  <a:lnTo>
                    <a:pt x="7239812" y="5751899"/>
                  </a:lnTo>
                  <a:lnTo>
                    <a:pt x="7205290" y="5780389"/>
                  </a:lnTo>
                  <a:lnTo>
                    <a:pt x="7170342" y="5808376"/>
                  </a:lnTo>
                  <a:lnTo>
                    <a:pt x="7134975" y="5835855"/>
                  </a:lnTo>
                  <a:lnTo>
                    <a:pt x="7099194" y="5862820"/>
                  </a:lnTo>
                  <a:lnTo>
                    <a:pt x="7063005" y="5889265"/>
                  </a:lnTo>
                  <a:lnTo>
                    <a:pt x="7026412" y="5915186"/>
                  </a:lnTo>
                  <a:lnTo>
                    <a:pt x="6989422" y="5940576"/>
                  </a:lnTo>
                  <a:lnTo>
                    <a:pt x="6952041" y="5965430"/>
                  </a:lnTo>
                  <a:lnTo>
                    <a:pt x="6914273" y="5989742"/>
                  </a:lnTo>
                  <a:lnTo>
                    <a:pt x="6876124" y="6013508"/>
                  </a:lnTo>
                  <a:lnTo>
                    <a:pt x="6837600" y="6036720"/>
                  </a:lnTo>
                  <a:lnTo>
                    <a:pt x="6798706" y="6059375"/>
                  </a:lnTo>
                  <a:lnTo>
                    <a:pt x="6759448" y="6081465"/>
                  </a:lnTo>
                  <a:lnTo>
                    <a:pt x="6719832" y="6102987"/>
                  </a:lnTo>
                  <a:lnTo>
                    <a:pt x="6679863" y="6123933"/>
                  </a:lnTo>
                  <a:lnTo>
                    <a:pt x="6639546" y="6144299"/>
                  </a:lnTo>
                  <a:lnTo>
                    <a:pt x="6598887" y="6164079"/>
                  </a:lnTo>
                  <a:lnTo>
                    <a:pt x="6557891" y="6183268"/>
                  </a:lnTo>
                  <a:lnTo>
                    <a:pt x="6516565" y="6201859"/>
                  </a:lnTo>
                  <a:lnTo>
                    <a:pt x="6474914" y="6219848"/>
                  </a:lnTo>
                  <a:lnTo>
                    <a:pt x="6432943" y="6237229"/>
                  </a:lnTo>
                  <a:lnTo>
                    <a:pt x="6390657" y="6253996"/>
                  </a:lnTo>
                  <a:lnTo>
                    <a:pt x="6348063" y="6270144"/>
                  </a:lnTo>
                  <a:lnTo>
                    <a:pt x="6305166" y="6285667"/>
                  </a:lnTo>
                  <a:lnTo>
                    <a:pt x="6261971" y="6300560"/>
                  </a:lnTo>
                  <a:lnTo>
                    <a:pt x="6218485" y="6314817"/>
                  </a:lnTo>
                  <a:lnTo>
                    <a:pt x="6174711" y="6328433"/>
                  </a:lnTo>
                  <a:lnTo>
                    <a:pt x="6130657" y="6341401"/>
                  </a:lnTo>
                  <a:lnTo>
                    <a:pt x="6086327" y="6353717"/>
                  </a:lnTo>
                  <a:lnTo>
                    <a:pt x="6041728" y="6365376"/>
                  </a:lnTo>
                  <a:lnTo>
                    <a:pt x="5996864" y="6376370"/>
                  </a:lnTo>
                  <a:lnTo>
                    <a:pt x="5951742" y="6386695"/>
                  </a:lnTo>
                  <a:lnTo>
                    <a:pt x="5906366" y="6396346"/>
                  </a:lnTo>
                  <a:lnTo>
                    <a:pt x="5860743" y="6405317"/>
                  </a:lnTo>
                  <a:lnTo>
                    <a:pt x="5814877" y="6413601"/>
                  </a:lnTo>
                  <a:lnTo>
                    <a:pt x="5768775" y="6421195"/>
                  </a:lnTo>
                  <a:lnTo>
                    <a:pt x="5722442" y="6428091"/>
                  </a:lnTo>
                  <a:lnTo>
                    <a:pt x="5675883" y="6434285"/>
                  </a:lnTo>
                  <a:lnTo>
                    <a:pt x="5629105" y="6439771"/>
                  </a:lnTo>
                  <a:lnTo>
                    <a:pt x="5582112" y="6444544"/>
                  </a:lnTo>
                  <a:lnTo>
                    <a:pt x="5534910" y="6448598"/>
                  </a:lnTo>
                  <a:lnTo>
                    <a:pt x="5487505" y="6451927"/>
                  </a:lnTo>
                  <a:lnTo>
                    <a:pt x="5439902" y="6454526"/>
                  </a:lnTo>
                  <a:lnTo>
                    <a:pt x="5392107" y="6456389"/>
                  </a:lnTo>
                  <a:lnTo>
                    <a:pt x="5344126" y="6457511"/>
                  </a:lnTo>
                  <a:lnTo>
                    <a:pt x="5295963" y="6457886"/>
                  </a:lnTo>
                  <a:lnTo>
                    <a:pt x="5247797" y="6457511"/>
                  </a:lnTo>
                  <a:lnTo>
                    <a:pt x="5199812" y="6456389"/>
                  </a:lnTo>
                  <a:lnTo>
                    <a:pt x="5152013" y="6454526"/>
                  </a:lnTo>
                  <a:lnTo>
                    <a:pt x="5104407" y="6451927"/>
                  </a:lnTo>
                  <a:lnTo>
                    <a:pt x="5056999" y="6448598"/>
                  </a:lnTo>
                  <a:lnTo>
                    <a:pt x="5009795" y="6444544"/>
                  </a:lnTo>
                  <a:lnTo>
                    <a:pt x="4962799" y="6439771"/>
                  </a:lnTo>
                  <a:lnTo>
                    <a:pt x="4916018" y="6434285"/>
                  </a:lnTo>
                  <a:lnTo>
                    <a:pt x="4869457" y="6428091"/>
                  </a:lnTo>
                  <a:lnTo>
                    <a:pt x="4823121" y="6421195"/>
                  </a:lnTo>
                  <a:lnTo>
                    <a:pt x="4777017" y="6413601"/>
                  </a:lnTo>
                  <a:lnTo>
                    <a:pt x="4731149" y="6405317"/>
                  </a:lnTo>
                  <a:lnTo>
                    <a:pt x="4685524" y="6396346"/>
                  </a:lnTo>
                  <a:lnTo>
                    <a:pt x="4640146" y="6386695"/>
                  </a:lnTo>
                  <a:lnTo>
                    <a:pt x="4595022" y="6376370"/>
                  </a:lnTo>
                  <a:lnTo>
                    <a:pt x="4550156" y="6365376"/>
                  </a:lnTo>
                  <a:lnTo>
                    <a:pt x="4505555" y="6353717"/>
                  </a:lnTo>
                  <a:lnTo>
                    <a:pt x="4461224" y="6341401"/>
                  </a:lnTo>
                  <a:lnTo>
                    <a:pt x="4417168" y="6328433"/>
                  </a:lnTo>
                  <a:lnTo>
                    <a:pt x="4373394" y="6314817"/>
                  </a:lnTo>
                  <a:lnTo>
                    <a:pt x="4329906" y="6300560"/>
                  </a:lnTo>
                  <a:lnTo>
                    <a:pt x="4286710" y="6285667"/>
                  </a:lnTo>
                  <a:lnTo>
                    <a:pt x="4243812" y="6270144"/>
                  </a:lnTo>
                  <a:lnTo>
                    <a:pt x="4201217" y="6253996"/>
                  </a:lnTo>
                  <a:lnTo>
                    <a:pt x="4158930" y="6237229"/>
                  </a:lnTo>
                  <a:lnTo>
                    <a:pt x="4116958" y="6219848"/>
                  </a:lnTo>
                  <a:lnTo>
                    <a:pt x="4075306" y="6201859"/>
                  </a:lnTo>
                  <a:lnTo>
                    <a:pt x="4033980" y="6183268"/>
                  </a:lnTo>
                  <a:lnTo>
                    <a:pt x="3992984" y="6164079"/>
                  </a:lnTo>
                  <a:lnTo>
                    <a:pt x="3952325" y="6144299"/>
                  </a:lnTo>
                  <a:lnTo>
                    <a:pt x="3912008" y="6123933"/>
                  </a:lnTo>
                  <a:lnTo>
                    <a:pt x="3872038" y="6102987"/>
                  </a:lnTo>
                  <a:lnTo>
                    <a:pt x="3832421" y="6081465"/>
                  </a:lnTo>
                  <a:lnTo>
                    <a:pt x="3793163" y="6059375"/>
                  </a:lnTo>
                  <a:lnTo>
                    <a:pt x="3754270" y="6036720"/>
                  </a:lnTo>
                  <a:lnTo>
                    <a:pt x="3715746" y="6013508"/>
                  </a:lnTo>
                  <a:lnTo>
                    <a:pt x="3677597" y="5989742"/>
                  </a:lnTo>
                  <a:lnTo>
                    <a:pt x="3639829" y="5965430"/>
                  </a:lnTo>
                  <a:lnTo>
                    <a:pt x="3602448" y="5940576"/>
                  </a:lnTo>
                  <a:lnTo>
                    <a:pt x="3565458" y="5915186"/>
                  </a:lnTo>
                  <a:lnTo>
                    <a:pt x="3528866" y="5889265"/>
                  </a:lnTo>
                  <a:lnTo>
                    <a:pt x="3492677" y="5862820"/>
                  </a:lnTo>
                  <a:lnTo>
                    <a:pt x="3456897" y="5835855"/>
                  </a:lnTo>
                  <a:lnTo>
                    <a:pt x="3421530" y="5808376"/>
                  </a:lnTo>
                  <a:lnTo>
                    <a:pt x="3386583" y="5780389"/>
                  </a:lnTo>
                  <a:lnTo>
                    <a:pt x="3352062" y="5751899"/>
                  </a:lnTo>
                  <a:lnTo>
                    <a:pt x="3317971" y="5722912"/>
                  </a:lnTo>
                  <a:lnTo>
                    <a:pt x="3284316" y="5693433"/>
                  </a:lnTo>
                  <a:lnTo>
                    <a:pt x="3251104" y="5663468"/>
                  </a:lnTo>
                  <a:lnTo>
                    <a:pt x="3218338" y="5633022"/>
                  </a:lnTo>
                  <a:lnTo>
                    <a:pt x="3186026" y="5602102"/>
                  </a:lnTo>
                  <a:lnTo>
                    <a:pt x="3154171" y="5570712"/>
                  </a:lnTo>
                  <a:lnTo>
                    <a:pt x="3122781" y="5538858"/>
                  </a:lnTo>
                  <a:lnTo>
                    <a:pt x="3091861" y="5506545"/>
                  </a:lnTo>
                  <a:lnTo>
                    <a:pt x="3061415" y="5473780"/>
                  </a:lnTo>
                  <a:lnTo>
                    <a:pt x="3031451" y="5440567"/>
                  </a:lnTo>
                  <a:lnTo>
                    <a:pt x="3001972" y="5406913"/>
                  </a:lnTo>
                  <a:lnTo>
                    <a:pt x="2972985" y="5372822"/>
                  </a:lnTo>
                  <a:lnTo>
                    <a:pt x="2944495" y="5338301"/>
                  </a:lnTo>
                  <a:lnTo>
                    <a:pt x="2916508" y="5303354"/>
                  </a:lnTo>
                  <a:lnTo>
                    <a:pt x="2889030" y="5267988"/>
                  </a:lnTo>
                  <a:lnTo>
                    <a:pt x="2862065" y="5232208"/>
                  </a:lnTo>
                  <a:lnTo>
                    <a:pt x="2835620" y="5196019"/>
                  </a:lnTo>
                  <a:lnTo>
                    <a:pt x="2809700" y="5159428"/>
                  </a:lnTo>
                  <a:lnTo>
                    <a:pt x="2784310" y="5122439"/>
                  </a:lnTo>
                  <a:lnTo>
                    <a:pt x="2759456" y="5085058"/>
                  </a:lnTo>
                  <a:lnTo>
                    <a:pt x="2735144" y="5047291"/>
                  </a:lnTo>
                  <a:lnTo>
                    <a:pt x="2711379" y="5009143"/>
                  </a:lnTo>
                  <a:lnTo>
                    <a:pt x="2688167" y="4970620"/>
                  </a:lnTo>
                  <a:lnTo>
                    <a:pt x="2665513" y="4931727"/>
                  </a:lnTo>
                  <a:lnTo>
                    <a:pt x="2643423" y="4892470"/>
                  </a:lnTo>
                  <a:lnTo>
                    <a:pt x="2621902" y="4852854"/>
                  </a:lnTo>
                  <a:lnTo>
                    <a:pt x="2600956" y="4812885"/>
                  </a:lnTo>
                  <a:lnTo>
                    <a:pt x="2580590" y="4772569"/>
                  </a:lnTo>
                  <a:lnTo>
                    <a:pt x="2560810" y="4731911"/>
                  </a:lnTo>
                  <a:lnTo>
                    <a:pt x="2541622" y="4690917"/>
                  </a:lnTo>
                  <a:lnTo>
                    <a:pt x="2523031" y="4649591"/>
                  </a:lnTo>
                  <a:lnTo>
                    <a:pt x="2505043" y="4607940"/>
                  </a:lnTo>
                  <a:lnTo>
                    <a:pt x="2487662" y="4565970"/>
                  </a:lnTo>
                  <a:lnTo>
                    <a:pt x="2470896" y="4523685"/>
                  </a:lnTo>
                  <a:lnTo>
                    <a:pt x="2454748" y="4481092"/>
                  </a:lnTo>
                  <a:lnTo>
                    <a:pt x="2439226" y="4438195"/>
                  </a:lnTo>
                  <a:lnTo>
                    <a:pt x="2424333" y="4395001"/>
                  </a:lnTo>
                  <a:lnTo>
                    <a:pt x="2410077" y="4351515"/>
                  </a:lnTo>
                  <a:lnTo>
                    <a:pt x="2396461" y="4307742"/>
                  </a:lnTo>
                  <a:lnTo>
                    <a:pt x="2383493" y="4263688"/>
                  </a:lnTo>
                  <a:lnTo>
                    <a:pt x="2371178" y="4219359"/>
                  </a:lnTo>
                  <a:lnTo>
                    <a:pt x="2359520" y="4174760"/>
                  </a:lnTo>
                  <a:lnTo>
                    <a:pt x="2348526" y="4129897"/>
                  </a:lnTo>
                  <a:lnTo>
                    <a:pt x="2338201" y="4084775"/>
                  </a:lnTo>
                  <a:lnTo>
                    <a:pt x="2328550" y="4039400"/>
                  </a:lnTo>
                  <a:lnTo>
                    <a:pt x="2319580" y="3993777"/>
                  </a:lnTo>
                  <a:lnTo>
                    <a:pt x="2311296" y="3947912"/>
                  </a:lnTo>
                  <a:lnTo>
                    <a:pt x="2303703" y="3901810"/>
                  </a:lnTo>
                  <a:lnTo>
                    <a:pt x="2296807" y="3855477"/>
                  </a:lnTo>
                  <a:lnTo>
                    <a:pt x="2290613" y="3808919"/>
                  </a:lnTo>
                  <a:lnTo>
                    <a:pt x="2285127" y="3762140"/>
                  </a:lnTo>
                  <a:lnTo>
                    <a:pt x="2280354" y="3715148"/>
                  </a:lnTo>
                  <a:lnTo>
                    <a:pt x="2276301" y="3667946"/>
                  </a:lnTo>
                  <a:lnTo>
                    <a:pt x="2272972" y="3620541"/>
                  </a:lnTo>
                  <a:lnTo>
                    <a:pt x="2270373" y="3572939"/>
                  </a:lnTo>
                  <a:lnTo>
                    <a:pt x="2268510" y="3525144"/>
                  </a:lnTo>
                  <a:lnTo>
                    <a:pt x="2267388" y="3477162"/>
                  </a:lnTo>
                  <a:lnTo>
                    <a:pt x="2267013" y="3429000"/>
                  </a:lnTo>
                  <a:close/>
                  <a:moveTo>
                    <a:pt x="5295963" y="402336"/>
                  </a:moveTo>
                  <a:lnTo>
                    <a:pt x="5295963" y="0"/>
                  </a:lnTo>
                </a:path>
              </a:pathLst>
            </a:custGeom>
            <a:noFill/>
            <a:ln w="6480">
              <a:solidFill>
                <a:srgbClr val="ebe6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" name="CustomShape 7"/>
            <p:cNvSpPr/>
            <p:nvPr/>
          </p:nvSpPr>
          <p:spPr>
            <a:xfrm>
              <a:off x="6097680" y="6462720"/>
              <a:ext cx="6120" cy="395280"/>
            </a:xfrm>
            <a:custGeom>
              <a:avLst/>
              <a:gdLst/>
              <a:ahLst/>
              <a:rect l="l" t="t" r="r" b="b"/>
              <a:pathLst>
                <a:path w="6350" h="395604">
                  <a:moveTo>
                    <a:pt x="6350" y="0"/>
                  </a:moveTo>
                  <a:lnTo>
                    <a:pt x="0" y="0"/>
                  </a:lnTo>
                  <a:lnTo>
                    <a:pt x="0" y="395287"/>
                  </a:lnTo>
                  <a:lnTo>
                    <a:pt x="6350" y="395287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be6d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99" name="CustomShape 8"/>
          <p:cNvSpPr/>
          <p:nvPr/>
        </p:nvSpPr>
        <p:spPr>
          <a:xfrm>
            <a:off x="4152240" y="2322360"/>
            <a:ext cx="3897360" cy="220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>
            <a:spAutoFit/>
          </a:bodyPr>
          <a:p>
            <a:pPr marL="12240" indent="-2880" algn="ctr">
              <a:lnSpc>
                <a:spcPct val="100000"/>
              </a:lnSpc>
              <a:spcBef>
                <a:spcPts val="91"/>
              </a:spcBef>
            </a:pPr>
            <a:r>
              <a:rPr b="0" lang="ru-RU" sz="3600" spc="-86" strike="noStrike">
                <a:solidFill>
                  <a:srgbClr val="ebe6d7"/>
                </a:solidFill>
                <a:latin typeface="Arial"/>
              </a:rPr>
              <a:t>РАЗРАБОТКА </a:t>
            </a:r>
            <a:r>
              <a:rPr b="0" lang="ru-RU" sz="3600" spc="-106" strike="noStrike">
                <a:solidFill>
                  <a:srgbClr val="ebe6d7"/>
                </a:solidFill>
                <a:latin typeface="Arial"/>
              </a:rPr>
              <a:t>МОБИЛЬНОГО </a:t>
            </a:r>
            <a:r>
              <a:rPr b="0" lang="ru-RU" sz="3600" spc="-52" strike="noStrike">
                <a:solidFill>
                  <a:srgbClr val="ebe6d7"/>
                </a:solidFill>
                <a:latin typeface="Arial"/>
              </a:rPr>
              <a:t>ПРИЛОЖЕНИЯ </a:t>
            </a:r>
            <a:r>
              <a:rPr b="0" lang="ru-RU" sz="3600" spc="-12" strike="noStrike">
                <a:solidFill>
                  <a:srgbClr val="ebe6d7"/>
                </a:solidFill>
                <a:latin typeface="Arial"/>
              </a:rPr>
              <a:t>"БАЗА</a:t>
            </a:r>
            <a:r>
              <a:rPr b="0" lang="ru-RU" sz="3600" spc="-216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3600" spc="-60" strike="noStrike">
                <a:solidFill>
                  <a:srgbClr val="ebe6d7"/>
                </a:solidFill>
                <a:latin typeface="Arial"/>
              </a:rPr>
              <a:t>ФИЛЬМОВ"</a:t>
            </a:r>
            <a:endParaRPr b="0" lang="ru-RU" sz="3600" spc="-1" strike="noStrike">
              <a:latin typeface="Arial"/>
            </a:endParaRPr>
          </a:p>
        </p:txBody>
      </p:sp>
      <p:sp>
        <p:nvSpPr>
          <p:cNvPr id="200" name="CustomShape 9"/>
          <p:cNvSpPr/>
          <p:nvPr/>
        </p:nvSpPr>
        <p:spPr>
          <a:xfrm>
            <a:off x="978480" y="5327640"/>
            <a:ext cx="2862720" cy="1017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840" bIns="0">
            <a:spAutoFit/>
          </a:bodyPr>
          <a:p>
            <a:pPr marL="12600" algn="just">
              <a:lnSpc>
                <a:spcPct val="158000"/>
              </a:lnSpc>
              <a:spcBef>
                <a:spcPts val="54"/>
              </a:spcBef>
            </a:pPr>
            <a:r>
              <a:rPr b="0" lang="ru-RU" sz="1400" spc="-12" strike="noStrike">
                <a:solidFill>
                  <a:srgbClr val="ebe6d7"/>
                </a:solidFill>
                <a:latin typeface="Arial"/>
              </a:rPr>
              <a:t>Работу</a:t>
            </a:r>
            <a:r>
              <a:rPr b="0" lang="ru-RU" sz="1400" spc="-7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400" spc="-12" strike="noStrike">
                <a:solidFill>
                  <a:srgbClr val="ebe6d7"/>
                </a:solidFill>
                <a:latin typeface="Arial"/>
              </a:rPr>
              <a:t>выполнила:</a:t>
            </a:r>
            <a:r>
              <a:rPr b="0" lang="ru-RU" sz="1400" spc="-3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400" spc="-1" strike="noStrike">
                <a:solidFill>
                  <a:srgbClr val="ebe6d7"/>
                </a:solidFill>
                <a:latin typeface="Arial"/>
              </a:rPr>
              <a:t>Москвина</a:t>
            </a:r>
            <a:r>
              <a:rPr b="0" lang="ru-RU" sz="1400" spc="-21" strike="noStrike">
                <a:solidFill>
                  <a:srgbClr val="ebe6d7"/>
                </a:solidFill>
                <a:latin typeface="Arial"/>
              </a:rPr>
              <a:t> Е.С. </a:t>
            </a:r>
            <a:r>
              <a:rPr b="0" lang="ru-RU" sz="1400" spc="-12" strike="noStrike">
                <a:solidFill>
                  <a:srgbClr val="ebe6d7"/>
                </a:solidFill>
                <a:latin typeface="Arial"/>
              </a:rPr>
              <a:t>Руковолитель:</a:t>
            </a:r>
            <a:r>
              <a:rPr b="0" lang="ru-RU" sz="1400" spc="-26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400" spc="-1" strike="noStrike">
                <a:solidFill>
                  <a:srgbClr val="ebe6d7"/>
                </a:solidFill>
                <a:latin typeface="Arial"/>
              </a:rPr>
              <a:t>Мирошниченко</a:t>
            </a:r>
            <a:r>
              <a:rPr b="0" lang="ru-RU" sz="1400" spc="-15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400" spc="-35" strike="noStrike">
                <a:solidFill>
                  <a:srgbClr val="ebe6d7"/>
                </a:solidFill>
                <a:latin typeface="Arial"/>
              </a:rPr>
              <a:t>Г.В. </a:t>
            </a:r>
            <a:r>
              <a:rPr b="0" lang="ru-RU" sz="1400" spc="-26" strike="noStrike">
                <a:solidFill>
                  <a:srgbClr val="ebe6d7"/>
                </a:solidFill>
                <a:latin typeface="Arial"/>
              </a:rPr>
              <a:t>Группа:</a:t>
            </a:r>
            <a:r>
              <a:rPr b="0" lang="ru-RU" sz="1400" spc="83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400" spc="-1" strike="noStrike">
                <a:solidFill>
                  <a:srgbClr val="ebe6d7"/>
                </a:solidFill>
                <a:latin typeface="Arial"/>
              </a:rPr>
              <a:t>Пр-</a:t>
            </a:r>
            <a:r>
              <a:rPr b="0" lang="ru-RU" sz="1400" spc="-26" strike="noStrike">
                <a:solidFill>
                  <a:srgbClr val="ebe6d7"/>
                </a:solidFill>
                <a:latin typeface="Arial"/>
              </a:rPr>
              <a:t>32</a:t>
            </a:r>
            <a:endParaRPr b="0" lang="ru-RU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ustomShape 1"/>
          <p:cNvSpPr/>
          <p:nvPr/>
        </p:nvSpPr>
        <p:spPr>
          <a:xfrm>
            <a:off x="11696760" y="384480"/>
            <a:ext cx="139320" cy="56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vert="vert" rot="5400000">
            <a:noAutofit/>
          </a:bodyPr>
          <a:p>
            <a:pPr marL="12600">
              <a:lnSpc>
                <a:spcPts val="995"/>
              </a:lnSpc>
            </a:pPr>
            <a:r>
              <a:rPr b="0" lang="ru-RU" sz="900" spc="-26" strike="noStrike">
                <a:solidFill>
                  <a:srgbClr val="ebe6d7"/>
                </a:solidFill>
                <a:latin typeface="Arial"/>
              </a:rPr>
              <a:t>10/26/2026</a:t>
            </a:r>
            <a:endParaRPr b="0" lang="ru-RU" sz="900" spc="-1" strike="noStrike">
              <a:latin typeface="Arial"/>
            </a:endParaRPr>
          </a:p>
        </p:txBody>
      </p:sp>
      <p:sp>
        <p:nvSpPr>
          <p:cNvPr id="202" name="CustomShape 2"/>
          <p:cNvSpPr/>
          <p:nvPr/>
        </p:nvSpPr>
        <p:spPr>
          <a:xfrm>
            <a:off x="1138320" y="770040"/>
            <a:ext cx="3565800" cy="618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>
            <a:spAutoFit/>
          </a:bodyPr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ru-RU" sz="3950" spc="-525" strike="noStrike">
                <a:solidFill>
                  <a:srgbClr val="ebe6d7"/>
                </a:solidFill>
                <a:latin typeface="Arial"/>
              </a:rPr>
              <a:t>О</a:t>
            </a:r>
            <a:r>
              <a:rPr b="0" lang="ru-RU" sz="3950" spc="-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3950" spc="-177" strike="noStrike">
                <a:solidFill>
                  <a:srgbClr val="ebe6d7"/>
                </a:solidFill>
                <a:latin typeface="Arial"/>
              </a:rPr>
              <a:t>РАЗРАБОТКЕ</a:t>
            </a:r>
            <a:endParaRPr b="0" lang="ru-RU" sz="3950" spc="-1" strike="noStrike">
              <a:latin typeface="Arial"/>
            </a:endParaRPr>
          </a:p>
        </p:txBody>
      </p:sp>
      <p:sp>
        <p:nvSpPr>
          <p:cNvPr id="203" name="TextShape 3"/>
          <p:cNvSpPr txBox="1"/>
          <p:nvPr/>
        </p:nvSpPr>
        <p:spPr>
          <a:xfrm>
            <a:off x="5488560" y="739080"/>
            <a:ext cx="5126040" cy="1478520"/>
          </a:xfrm>
          <a:prstGeom prst="rect">
            <a:avLst/>
          </a:prstGeom>
          <a:noFill/>
          <a:ln>
            <a:noFill/>
          </a:ln>
        </p:spPr>
        <p:txBody>
          <a:bodyPr lIns="0" rIns="0" tIns="14760" bIns="0">
            <a:spAutoFit/>
          </a:bodyPr>
          <a:p>
            <a:pPr marL="12600">
              <a:lnSpc>
                <a:spcPct val="124000"/>
              </a:lnSpc>
              <a:spcBef>
                <a:spcPts val="116"/>
              </a:spcBef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Приложение</a:t>
            </a:r>
            <a:r>
              <a:rPr b="0" lang="ru-RU" sz="1550" spc="24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представляет</a:t>
            </a:r>
            <a:r>
              <a:rPr b="0" lang="ru-RU" sz="1550" spc="219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собой</a:t>
            </a:r>
            <a:r>
              <a:rPr b="0" lang="ru-RU" sz="1550" spc="219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удобный</a:t>
            </a:r>
            <a:r>
              <a:rPr b="0" lang="ru-RU" sz="1550" spc="49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инструмент</a:t>
            </a:r>
            <a:r>
              <a:rPr b="0" lang="ru-RU" sz="1550" spc="16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для</a:t>
            </a:r>
            <a:r>
              <a:rPr b="0" lang="ru-RU" sz="1550" spc="123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любителей</a:t>
            </a:r>
            <a:r>
              <a:rPr b="0" lang="ru-RU" sz="1550" spc="20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кино.</a:t>
            </a:r>
            <a:r>
              <a:rPr b="0" lang="ru-RU" sz="1550" spc="15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43" strike="noStrike">
                <a:solidFill>
                  <a:srgbClr val="ebe6d7"/>
                </a:solidFill>
                <a:latin typeface="Arial"/>
              </a:rPr>
              <a:t>Продукт</a:t>
            </a:r>
            <a:r>
              <a:rPr b="0" lang="ru-RU" sz="1550" spc="13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позволяет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вести</a:t>
            </a:r>
            <a:r>
              <a:rPr b="0" lang="ru-RU" sz="1550" spc="13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личную</a:t>
            </a:r>
            <a:r>
              <a:rPr b="0" lang="ru-RU" sz="1550" spc="109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базу</a:t>
            </a:r>
            <a:r>
              <a:rPr b="0" lang="ru-RU" sz="1550" spc="7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фильмов,</a:t>
            </a:r>
            <a:r>
              <a:rPr b="0" lang="ru-RU" sz="1550" spc="109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получать</a:t>
            </a:r>
            <a:r>
              <a:rPr b="0" lang="ru-RU" sz="1550" spc="15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актуальную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информацию</a:t>
            </a:r>
            <a:r>
              <a:rPr b="0" lang="ru-RU" sz="1550" spc="111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о</a:t>
            </a:r>
            <a:r>
              <a:rPr b="0" lang="ru-RU" sz="1550" spc="103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43" strike="noStrike">
                <a:solidFill>
                  <a:srgbClr val="ebe6d7"/>
                </a:solidFill>
                <a:latin typeface="Arial"/>
              </a:rPr>
              <a:t>картинах</a:t>
            </a:r>
            <a:r>
              <a:rPr b="0" lang="ru-RU" sz="1550" spc="5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из</a:t>
            </a:r>
            <a:r>
              <a:rPr b="0" lang="ru-RU" sz="1550" spc="111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крупнейшей</a:t>
            </a:r>
            <a:r>
              <a:rPr b="0" lang="ru-RU" sz="1550" spc="134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базы</a:t>
            </a:r>
            <a:r>
              <a:rPr b="0" lang="ru-RU" sz="1550" spc="69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данных </a:t>
            </a:r>
            <a:r>
              <a:rPr b="0" lang="ru-RU" sz="1550" spc="-72" strike="noStrike">
                <a:solidFill>
                  <a:srgbClr val="ebe6d7"/>
                </a:solidFill>
                <a:latin typeface="Arial"/>
              </a:rPr>
              <a:t>OMDb</a:t>
            </a:r>
            <a:r>
              <a:rPr b="0" lang="ru-RU" sz="1550" spc="3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API</a:t>
            </a:r>
            <a:r>
              <a:rPr b="0" lang="ru-RU" sz="1550" spc="9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и</a:t>
            </a:r>
            <a:r>
              <a:rPr b="0" lang="ru-RU" sz="1550" spc="43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сохранять</a:t>
            </a:r>
            <a:r>
              <a:rPr b="0" lang="ru-RU" sz="1550" spc="7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её</a:t>
            </a:r>
            <a:r>
              <a:rPr b="0" lang="ru-RU" sz="1550" spc="29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локально</a:t>
            </a:r>
            <a:r>
              <a:rPr b="0" lang="ru-RU" sz="1550" spc="69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на</a:t>
            </a:r>
            <a:r>
              <a:rPr b="0" lang="ru-RU" sz="1550" spc="9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устройстве.</a:t>
            </a:r>
            <a:endParaRPr b="0" lang="ru-RU" sz="1550" spc="-1" strike="noStrike">
              <a:latin typeface="Calibri"/>
            </a:endParaRPr>
          </a:p>
        </p:txBody>
      </p:sp>
      <p:sp>
        <p:nvSpPr>
          <p:cNvPr id="204" name="TextShape 4"/>
          <p:cNvSpPr txBox="1"/>
          <p:nvPr/>
        </p:nvSpPr>
        <p:spPr>
          <a:xfrm>
            <a:off x="332280" y="6435720"/>
            <a:ext cx="249840" cy="3977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spAutoFit/>
          </a:bodyPr>
          <a:p>
            <a:pPr marL="41760">
              <a:lnSpc>
                <a:spcPts val="995"/>
              </a:lnSpc>
            </a:pPr>
            <a:fld id="{13817D25-54D4-4D24-B13F-C02CB4F83350}" type="slidenum">
              <a:rPr b="0" lang="ru-RU" sz="900" spc="-26" strike="noStrike">
                <a:solidFill>
                  <a:srgbClr val="ebe6d7"/>
                </a:solidFill>
                <a:latin typeface="Arial"/>
              </a:rPr>
              <a:t>&lt;number&gt;</a:t>
            </a:fld>
            <a:endParaRPr b="0" lang="ru-RU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Shape 1"/>
          <p:cNvSpPr txBox="1"/>
          <p:nvPr/>
        </p:nvSpPr>
        <p:spPr>
          <a:xfrm>
            <a:off x="332280" y="6435720"/>
            <a:ext cx="249840" cy="3977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spAutoFit/>
          </a:bodyPr>
          <a:p>
            <a:pPr marL="41760">
              <a:lnSpc>
                <a:spcPts val="995"/>
              </a:lnSpc>
            </a:pPr>
            <a:fld id="{7C1B2F89-6FA7-48F8-A064-5D45817C3B7C}" type="slidenum">
              <a:rPr b="0" lang="ru-RU" sz="900" spc="-26" strike="noStrike">
                <a:solidFill>
                  <a:srgbClr val="ebe6d7"/>
                </a:solidFill>
                <a:latin typeface="Arial"/>
              </a:rPr>
              <a:t>&lt;number&gt;</a:t>
            </a:fld>
            <a:endParaRPr b="0" lang="ru-RU" sz="900" spc="-1" strike="noStrike">
              <a:latin typeface="Times New Roman"/>
            </a:endParaRPr>
          </a:p>
        </p:txBody>
      </p:sp>
      <p:graphicFrame>
        <p:nvGraphicFramePr>
          <p:cNvPr id="206" name="Table 2"/>
          <p:cNvGraphicFramePr/>
          <p:nvPr/>
        </p:nvGraphicFramePr>
        <p:xfrm>
          <a:off x="801720" y="4680"/>
          <a:ext cx="10591560" cy="6851880"/>
        </p:xfrm>
        <a:graphic>
          <a:graphicData uri="http://schemas.openxmlformats.org/drawingml/2006/table">
            <a:tbl>
              <a:tblPr/>
              <a:tblGrid>
                <a:gridCol w="5295600"/>
                <a:gridCol w="5295960"/>
              </a:tblGrid>
              <a:tr h="390240">
                <a:tc gridSpan="2">
                  <a:tcPr>
                    <a:lnL w="6480">
                      <a:solidFill>
                        <a:srgbClr val="ebe6d7"/>
                      </a:solidFill>
                    </a:lnL>
                    <a:lnR w="6480">
                      <a:solidFill>
                        <a:srgbClr val="ebe6d7"/>
                      </a:solidFill>
                    </a:lnR>
                    <a:lnB w="6480">
                      <a:solidFill>
                        <a:srgbClr val="ebe6d7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6057000">
                <a:tc>
                  <a:txBody>
                    <a:bodyPr lIns="0" rIns="0" tIns="0" bIns="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ru-RU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ru-RU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</a:pPr>
                      <a:endParaRPr b="0" lang="ru-RU" sz="1800" spc="-1" strike="noStrike">
                        <a:latin typeface="Arial"/>
                      </a:endParaRPr>
                    </a:p>
                    <a:p>
                      <a:pPr marL="1553040" indent="-908280">
                        <a:lnSpc>
                          <a:spcPct val="101000"/>
                        </a:lnSpc>
                      </a:pPr>
                      <a:r>
                        <a:rPr b="0" lang="ru-RU" sz="395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ЦЕЛИ</a:t>
                      </a:r>
                      <a:r>
                        <a:rPr b="0" lang="ru-RU" sz="3950" spc="-106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395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И</a:t>
                      </a:r>
                      <a:r>
                        <a:rPr b="0" lang="ru-RU" sz="3950" spc="-97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3950" spc="-46" strike="noStrike">
                          <a:solidFill>
                            <a:srgbClr val="ebe6d7"/>
                          </a:solidFill>
                          <a:latin typeface="Arial"/>
                        </a:rPr>
                        <a:t>ЗАДАЧИ </a:t>
                      </a:r>
                      <a:r>
                        <a:rPr b="0" lang="ru-RU" sz="3950" spc="-75" strike="noStrike">
                          <a:solidFill>
                            <a:srgbClr val="ebe6d7"/>
                          </a:solidFill>
                          <a:latin typeface="Arial"/>
                        </a:rPr>
                        <a:t>ПРОЕКТА</a:t>
                      </a:r>
                      <a:endParaRPr b="0" lang="ru-RU" sz="3950" spc="-1" strike="noStrike"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be6d7"/>
                      </a:solidFill>
                    </a:lnL>
                    <a:lnR w="6480">
                      <a:solidFill>
                        <a:srgbClr val="ebe6d7"/>
                      </a:solidFill>
                    </a:lnR>
                    <a:lnT w="6480">
                      <a:solidFill>
                        <a:srgbClr val="ebe6d7"/>
                      </a:solidFill>
                    </a:lnT>
                    <a:lnB w="6480">
                      <a:solidFill>
                        <a:srgbClr val="ebe6d7"/>
                      </a:solidFill>
                    </a:lnB>
                    <a:noFill/>
                  </a:tcPr>
                </a:tc>
                <a:tc>
                  <a:txBody>
                    <a:bodyPr lIns="0" rIns="0" tIns="0" bIns="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ru-RU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14"/>
                        </a:spcBef>
                      </a:pPr>
                      <a:endParaRPr b="0" lang="ru-RU" sz="1800" spc="-1" strike="noStrike">
                        <a:latin typeface="Arial"/>
                      </a:endParaRPr>
                    </a:p>
                    <a:p>
                      <a:pPr marL="826200">
                        <a:lnSpc>
                          <a:spcPct val="100000"/>
                        </a:lnSpc>
                      </a:pPr>
                      <a:r>
                        <a:rPr b="0" lang="ru-RU" sz="1500" spc="-12" strike="noStrike">
                          <a:solidFill>
                            <a:srgbClr val="ebe6d7"/>
                          </a:solidFill>
                          <a:latin typeface="Arial"/>
                        </a:rPr>
                        <a:t>Разработка</a:t>
                      </a:r>
                      <a:r>
                        <a:rPr b="0" lang="ru-RU" sz="1500" spc="94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Android-приложения</a:t>
                      </a:r>
                      <a:r>
                        <a:rPr b="0" lang="ru-RU" sz="1500" spc="123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26" strike="noStrike">
                          <a:solidFill>
                            <a:srgbClr val="ebe6d7"/>
                          </a:solidFill>
                          <a:latin typeface="Arial"/>
                        </a:rPr>
                        <a:t>для </a:t>
                      </a: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поиска</a:t>
                      </a:r>
                      <a:r>
                        <a:rPr b="0" lang="ru-RU" sz="1500" spc="12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и</a:t>
                      </a:r>
                      <a:r>
                        <a:rPr b="0" lang="ru-RU" sz="1500" spc="-7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систематизации</a:t>
                      </a:r>
                      <a:r>
                        <a:rPr b="0" lang="ru-RU" sz="1500" spc="9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21" strike="noStrike">
                          <a:solidFill>
                            <a:srgbClr val="ebe6d7"/>
                          </a:solidFill>
                          <a:latin typeface="Arial"/>
                        </a:rPr>
                        <a:t>информации</a:t>
                      </a:r>
                      <a:r>
                        <a:rPr b="0" lang="ru-RU" sz="1500" spc="18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52" strike="noStrike">
                          <a:solidFill>
                            <a:srgbClr val="ebe6d7"/>
                          </a:solidFill>
                          <a:latin typeface="Arial"/>
                        </a:rPr>
                        <a:t>о </a:t>
                      </a:r>
                      <a:r>
                        <a:rPr b="0" lang="ru-RU" sz="1500" spc="-41" strike="noStrike">
                          <a:solidFill>
                            <a:srgbClr val="ebe6d7"/>
                          </a:solidFill>
                          <a:latin typeface="Arial"/>
                        </a:rPr>
                        <a:t>фильмах</a:t>
                      </a:r>
                      <a:r>
                        <a:rPr b="0" lang="ru-RU" sz="1500" spc="-32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с</a:t>
                      </a:r>
                      <a:r>
                        <a:rPr b="0" lang="ru-RU" sz="1500" spc="-35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2" strike="noStrike">
                          <a:solidFill>
                            <a:srgbClr val="ebe6d7"/>
                          </a:solidFill>
                          <a:latin typeface="Arial"/>
                        </a:rPr>
                        <a:t>использованием</a:t>
                      </a:r>
                      <a:r>
                        <a:rPr b="0" lang="ru-RU" sz="1500" spc="-41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внешнего</a:t>
                      </a:r>
                      <a:r>
                        <a:rPr b="0" lang="ru-RU" sz="1500" spc="-35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26" strike="noStrike">
                          <a:solidFill>
                            <a:srgbClr val="ebe6d7"/>
                          </a:solidFill>
                          <a:latin typeface="Arial"/>
                        </a:rPr>
                        <a:t>API </a:t>
                      </a: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и</a:t>
                      </a:r>
                      <a:r>
                        <a:rPr b="0" lang="ru-RU" sz="1500" spc="4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локального</a:t>
                      </a:r>
                      <a:r>
                        <a:rPr b="0" lang="ru-RU" sz="1500" spc="-15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2" strike="noStrike">
                          <a:solidFill>
                            <a:srgbClr val="ebe6d7"/>
                          </a:solidFill>
                          <a:latin typeface="Arial"/>
                        </a:rPr>
                        <a:t>хранилища.</a:t>
                      </a:r>
                      <a:endParaRPr b="0" lang="ru-RU" sz="1500" spc="-1" strike="noStrike">
                        <a:latin typeface="Arial"/>
                      </a:endParaRPr>
                    </a:p>
                    <a:p>
                      <a:pPr marL="1112400" indent="-286200">
                        <a:lnSpc>
                          <a:spcPct val="100000"/>
                        </a:lnSpc>
                        <a:spcBef>
                          <a:spcPts val="984"/>
                        </a:spcBef>
                        <a:buClr>
                          <a:srgbClr val="ebe6d7"/>
                        </a:buClr>
                        <a:buFont typeface="Symbol" charset="2"/>
                        <a:buChar char=""/>
                      </a:pP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Изучить</a:t>
                      </a:r>
                      <a:r>
                        <a:rPr b="0" lang="ru-RU" sz="1500" spc="-7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2" strike="noStrike">
                          <a:solidFill>
                            <a:srgbClr val="ebe6d7"/>
                          </a:solidFill>
                          <a:latin typeface="Arial"/>
                        </a:rPr>
                        <a:t>работу</a:t>
                      </a:r>
                      <a:r>
                        <a:rPr b="0" lang="ru-RU" sz="1500" spc="-52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с</a:t>
                      </a:r>
                      <a:r>
                        <a:rPr b="0" lang="ru-RU" sz="1500" spc="-35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20" strike="noStrike">
                          <a:solidFill>
                            <a:srgbClr val="ebe6d7"/>
                          </a:solidFill>
                          <a:latin typeface="Arial"/>
                        </a:rPr>
                        <a:t>REST</a:t>
                      </a:r>
                      <a:r>
                        <a:rPr b="0" lang="ru-RU" sz="1500" spc="-12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32" strike="noStrike">
                          <a:solidFill>
                            <a:srgbClr val="ebe6d7"/>
                          </a:solidFill>
                          <a:latin typeface="Arial"/>
                        </a:rPr>
                        <a:t>API</a:t>
                      </a:r>
                      <a:r>
                        <a:rPr b="0" lang="ru-RU" sz="1500" spc="-7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52" strike="noStrike">
                          <a:solidFill>
                            <a:srgbClr val="ebe6d7"/>
                          </a:solidFill>
                          <a:latin typeface="Arial"/>
                        </a:rPr>
                        <a:t>и </a:t>
                      </a: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библиотекой</a:t>
                      </a:r>
                      <a:r>
                        <a:rPr b="0" lang="ru-RU" sz="1500" spc="9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21" strike="noStrike">
                          <a:solidFill>
                            <a:srgbClr val="ebe6d7"/>
                          </a:solidFill>
                          <a:latin typeface="Arial"/>
                        </a:rPr>
                        <a:t>Volley</a:t>
                      </a:r>
                      <a:r>
                        <a:rPr b="0" lang="ru-RU" sz="1500" spc="-46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для</a:t>
                      </a:r>
                      <a:r>
                        <a:rPr b="0" lang="ru-RU" sz="1500" spc="-32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2" strike="noStrike">
                          <a:solidFill>
                            <a:srgbClr val="ebe6d7"/>
                          </a:solidFill>
                          <a:latin typeface="Arial"/>
                        </a:rPr>
                        <a:t>сетевых запросов.</a:t>
                      </a:r>
                      <a:endParaRPr b="0" lang="ru-RU" sz="1500" spc="-1" strike="noStrike">
                        <a:latin typeface="Arial"/>
                      </a:endParaRPr>
                    </a:p>
                    <a:p>
                      <a:pPr marL="1112400" indent="-286200">
                        <a:lnSpc>
                          <a:spcPct val="100000"/>
                        </a:lnSpc>
                        <a:spcBef>
                          <a:spcPts val="1060"/>
                        </a:spcBef>
                        <a:buClr>
                          <a:srgbClr val="ebe6d7"/>
                        </a:buClr>
                        <a:buFont typeface="Symbol" charset="2"/>
                        <a:buChar char=""/>
                      </a:pPr>
                      <a:r>
                        <a:rPr b="0" lang="ru-RU" sz="1500" spc="-21" strike="noStrike">
                          <a:solidFill>
                            <a:srgbClr val="ebe6d7"/>
                          </a:solidFill>
                          <a:latin typeface="Arial"/>
                        </a:rPr>
                        <a:t>Освоить</a:t>
                      </a:r>
                      <a:r>
                        <a:rPr b="0" lang="ru-RU" sz="1500" spc="-66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локальную</a:t>
                      </a:r>
                      <a:r>
                        <a:rPr b="0" lang="ru-RU" sz="1500" spc="-66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2" strike="noStrike">
                          <a:solidFill>
                            <a:srgbClr val="ebe6d7"/>
                          </a:solidFill>
                          <a:latin typeface="Arial"/>
                        </a:rPr>
                        <a:t>базу</a:t>
                      </a:r>
                      <a:r>
                        <a:rPr b="0" lang="ru-RU" sz="1500" spc="-46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2" strike="noStrike">
                          <a:solidFill>
                            <a:srgbClr val="ebe6d7"/>
                          </a:solidFill>
                          <a:latin typeface="Arial"/>
                        </a:rPr>
                        <a:t>данных </a:t>
                      </a:r>
                      <a:r>
                        <a:rPr b="0" lang="ru-RU" sz="1500" spc="-35" strike="noStrike">
                          <a:solidFill>
                            <a:srgbClr val="ebe6d7"/>
                          </a:solidFill>
                          <a:latin typeface="Arial"/>
                        </a:rPr>
                        <a:t>Room</a:t>
                      </a:r>
                      <a:r>
                        <a:rPr b="0" lang="ru-RU" sz="1500" spc="-15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для</a:t>
                      </a:r>
                      <a:r>
                        <a:rPr b="0" lang="ru-RU" sz="1500" spc="-60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хранения</a:t>
                      </a:r>
                      <a:r>
                        <a:rPr b="0" lang="ru-RU" sz="1500" spc="-35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26" strike="noStrike">
                          <a:solidFill>
                            <a:srgbClr val="ebe6d7"/>
                          </a:solidFill>
                          <a:latin typeface="Arial"/>
                        </a:rPr>
                        <a:t>информации</a:t>
                      </a:r>
                      <a:r>
                        <a:rPr b="0" lang="ru-RU" sz="1500" spc="-32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52" strike="noStrike">
                          <a:solidFill>
                            <a:srgbClr val="ebe6d7"/>
                          </a:solidFill>
                          <a:latin typeface="Arial"/>
                        </a:rPr>
                        <a:t>о </a:t>
                      </a:r>
                      <a:r>
                        <a:rPr b="0" lang="ru-RU" sz="1500" spc="-12" strike="noStrike">
                          <a:solidFill>
                            <a:srgbClr val="ebe6d7"/>
                          </a:solidFill>
                          <a:latin typeface="Arial"/>
                        </a:rPr>
                        <a:t>фильмах.</a:t>
                      </a:r>
                      <a:endParaRPr b="0" lang="ru-RU" sz="1500" spc="-1" strike="noStrike">
                        <a:latin typeface="Arial"/>
                      </a:endParaRPr>
                    </a:p>
                    <a:p>
                      <a:pPr marL="1112400" indent="-286200">
                        <a:lnSpc>
                          <a:spcPct val="100000"/>
                        </a:lnSpc>
                        <a:spcBef>
                          <a:spcPts val="984"/>
                        </a:spcBef>
                        <a:buClr>
                          <a:srgbClr val="ebe6d7"/>
                        </a:buClr>
                        <a:buFont typeface="Symbol" charset="2"/>
                        <a:buChar char=""/>
                      </a:pPr>
                      <a:r>
                        <a:rPr b="0" lang="ru-RU" sz="1500" spc="-12" strike="noStrike">
                          <a:solidFill>
                            <a:srgbClr val="ebe6d7"/>
                          </a:solidFill>
                          <a:latin typeface="Arial"/>
                        </a:rPr>
                        <a:t>Реализовать</a:t>
                      </a:r>
                      <a:r>
                        <a:rPr b="0" lang="ru-RU" sz="1500" spc="-86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2" strike="noStrike">
                          <a:solidFill>
                            <a:srgbClr val="ebe6d7"/>
                          </a:solidFill>
                          <a:latin typeface="Arial"/>
                        </a:rPr>
                        <a:t>механизм </a:t>
                      </a: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авторизации</a:t>
                      </a:r>
                      <a:r>
                        <a:rPr b="0" lang="ru-RU" sz="1500" spc="-12" strike="noStrike">
                          <a:solidFill>
                            <a:srgbClr val="ebe6d7"/>
                          </a:solidFill>
                          <a:latin typeface="Arial"/>
                        </a:rPr>
                        <a:t> пользователя</a:t>
                      </a:r>
                      <a:r>
                        <a:rPr b="0" lang="ru-RU" sz="1500" spc="4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21" strike="noStrike">
                          <a:solidFill>
                            <a:srgbClr val="ebe6d7"/>
                          </a:solidFill>
                          <a:latin typeface="Arial"/>
                        </a:rPr>
                        <a:t>через </a:t>
                      </a:r>
                      <a:r>
                        <a:rPr b="0" lang="ru-RU" sz="1500" spc="-12" strike="noStrike">
                          <a:solidFill>
                            <a:srgbClr val="ebe6d7"/>
                          </a:solidFill>
                          <a:latin typeface="Arial"/>
                        </a:rPr>
                        <a:t>SharedPreferences.</a:t>
                      </a:r>
                      <a:endParaRPr b="0" lang="ru-RU" sz="1500" spc="-1" strike="noStrike">
                        <a:latin typeface="Arial"/>
                      </a:endParaRPr>
                    </a:p>
                    <a:p>
                      <a:pPr marL="1112400" indent="-286200">
                        <a:lnSpc>
                          <a:spcPct val="100000"/>
                        </a:lnSpc>
                        <a:spcBef>
                          <a:spcPts val="984"/>
                        </a:spcBef>
                        <a:buClr>
                          <a:srgbClr val="ebe6d7"/>
                        </a:buClr>
                        <a:buFont typeface="Symbol" charset="2"/>
                        <a:buChar char=""/>
                      </a:pPr>
                      <a:r>
                        <a:rPr b="0" lang="ru-RU" sz="1500" spc="-12" strike="noStrike">
                          <a:solidFill>
                            <a:srgbClr val="ebe6d7"/>
                          </a:solidFill>
                          <a:latin typeface="Arial"/>
                        </a:rPr>
                        <a:t>Разработать</a:t>
                      </a:r>
                      <a:r>
                        <a:rPr b="0" lang="ru-RU" sz="1500" spc="-41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удобный</a:t>
                      </a:r>
                      <a:r>
                        <a:rPr b="0" lang="ru-RU" sz="1500" spc="-52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21" strike="noStrike">
                          <a:solidFill>
                            <a:srgbClr val="ebe6d7"/>
                          </a:solidFill>
                          <a:latin typeface="Arial"/>
                        </a:rPr>
                        <a:t>интерфейс</a:t>
                      </a:r>
                      <a:r>
                        <a:rPr b="0" lang="ru-RU" sz="1500" spc="-35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52" strike="noStrike">
                          <a:solidFill>
                            <a:srgbClr val="ebe6d7"/>
                          </a:solidFill>
                          <a:latin typeface="Arial"/>
                        </a:rPr>
                        <a:t>с </a:t>
                      </a: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поддержкой</a:t>
                      </a:r>
                      <a:r>
                        <a:rPr b="0" lang="ru-RU" sz="1500" spc="103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портретной</a:t>
                      </a:r>
                      <a:r>
                        <a:rPr b="0" lang="ru-RU" sz="1500" spc="134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2" strike="noStrike">
                          <a:solidFill>
                            <a:srgbClr val="ebe6d7"/>
                          </a:solidFill>
                          <a:latin typeface="Arial"/>
                        </a:rPr>
                        <a:t>ориентации.</a:t>
                      </a:r>
                      <a:endParaRPr b="0" lang="ru-RU" sz="1500" spc="-1" strike="noStrike">
                        <a:latin typeface="Arial"/>
                      </a:endParaRPr>
                    </a:p>
                    <a:p>
                      <a:pPr marL="1112400" indent="-286200">
                        <a:lnSpc>
                          <a:spcPct val="100000"/>
                        </a:lnSpc>
                        <a:spcBef>
                          <a:spcPts val="1054"/>
                        </a:spcBef>
                        <a:buClr>
                          <a:srgbClr val="ebe6d7"/>
                        </a:buClr>
                        <a:buFont typeface="Symbol" charset="2"/>
                        <a:buChar char=""/>
                      </a:pPr>
                      <a:r>
                        <a:rPr b="0" lang="ru-RU" sz="1500" spc="-12" strike="noStrike">
                          <a:solidFill>
                            <a:srgbClr val="ebe6d7"/>
                          </a:solidFill>
                          <a:latin typeface="Arial"/>
                        </a:rPr>
                        <a:t>Провести</a:t>
                      </a:r>
                      <a:r>
                        <a:rPr b="0" lang="ru-RU" sz="1500" spc="-1" strike="noStrike">
                          <a:solidFill>
                            <a:srgbClr val="ebe6d7"/>
                          </a:solidFill>
                          <a:latin typeface="Arial"/>
                        </a:rPr>
                        <a:t> стилизацию</a:t>
                      </a:r>
                      <a:r>
                        <a:rPr b="0" lang="ru-RU" sz="1500" spc="32" strike="noStrike">
                          <a:solidFill>
                            <a:srgbClr val="ebe6d7"/>
                          </a:solidFill>
                          <a:latin typeface="Arial"/>
                        </a:rPr>
                        <a:t> </a:t>
                      </a:r>
                      <a:r>
                        <a:rPr b="0" lang="ru-RU" sz="1500" spc="-12" strike="noStrike">
                          <a:solidFill>
                            <a:srgbClr val="ebe6d7"/>
                          </a:solidFill>
                          <a:latin typeface="Arial"/>
                        </a:rPr>
                        <a:t>приложения.</a:t>
                      </a:r>
                      <a:endParaRPr b="0" lang="ru-RU" sz="1500" spc="-1" strike="noStrike"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ebe6d7"/>
                      </a:solidFill>
                    </a:lnL>
                    <a:lnR w="6480">
                      <a:solidFill>
                        <a:srgbClr val="ebe6d7"/>
                      </a:solidFill>
                    </a:lnR>
                    <a:lnT w="6480">
                      <a:solidFill>
                        <a:srgbClr val="ebe6d7"/>
                      </a:solidFill>
                    </a:lnT>
                    <a:lnB w="6480">
                      <a:solidFill>
                        <a:srgbClr val="ebe6d7"/>
                      </a:solidFill>
                    </a:lnB>
                    <a:noFill/>
                  </a:tcPr>
                </a:tc>
              </a:tr>
              <a:tr h="404640">
                <a:tc gridSpan="2">
                  <a:tcPr>
                    <a:lnL w="6480">
                      <a:solidFill>
                        <a:srgbClr val="ebe6d7"/>
                      </a:solidFill>
                    </a:lnL>
                    <a:lnR w="6480">
                      <a:solidFill>
                        <a:srgbClr val="ebe6d7"/>
                      </a:solidFill>
                    </a:lnR>
                    <a:lnT w="6480">
                      <a:solidFill>
                        <a:srgbClr val="ebe6d7"/>
                      </a:solidFill>
                    </a:lnT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sp>
        <p:nvSpPr>
          <p:cNvPr id="207" name="CustomShape 3"/>
          <p:cNvSpPr/>
          <p:nvPr/>
        </p:nvSpPr>
        <p:spPr>
          <a:xfrm>
            <a:off x="11696760" y="384480"/>
            <a:ext cx="139320" cy="56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vert="vert" rot="5400000">
            <a:noAutofit/>
          </a:bodyPr>
          <a:p>
            <a:pPr marL="12600">
              <a:lnSpc>
                <a:spcPts val="995"/>
              </a:lnSpc>
            </a:pPr>
            <a:r>
              <a:rPr b="0" lang="ru-RU" sz="900" spc="-26" strike="noStrike">
                <a:solidFill>
                  <a:srgbClr val="ebe6d7"/>
                </a:solidFill>
                <a:latin typeface="Arial"/>
              </a:rPr>
              <a:t>10/26/2026</a:t>
            </a:r>
            <a:endParaRPr b="0" lang="ru-RU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1"/>
          <p:cNvSpPr/>
          <p:nvPr/>
        </p:nvSpPr>
        <p:spPr>
          <a:xfrm>
            <a:off x="11696760" y="384480"/>
            <a:ext cx="139320" cy="56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vert="vert" rot="5400000">
            <a:noAutofit/>
          </a:bodyPr>
          <a:p>
            <a:pPr marL="12600">
              <a:lnSpc>
                <a:spcPts val="995"/>
              </a:lnSpc>
            </a:pPr>
            <a:r>
              <a:rPr b="0" lang="ru-RU" sz="900" spc="-26" strike="noStrike">
                <a:solidFill>
                  <a:srgbClr val="ebe6d7"/>
                </a:solidFill>
                <a:latin typeface="Arial"/>
              </a:rPr>
              <a:t>10/26/2026</a:t>
            </a:r>
            <a:endParaRPr b="0" lang="ru-RU" sz="900" spc="-1" strike="noStrike">
              <a:latin typeface="Arial"/>
            </a:endParaRPr>
          </a:p>
        </p:txBody>
      </p:sp>
      <p:sp>
        <p:nvSpPr>
          <p:cNvPr id="209" name="TextShape 2"/>
          <p:cNvSpPr txBox="1"/>
          <p:nvPr/>
        </p:nvSpPr>
        <p:spPr>
          <a:xfrm>
            <a:off x="1617840" y="739080"/>
            <a:ext cx="9226800" cy="1550520"/>
          </a:xfrm>
          <a:prstGeom prst="rect">
            <a:avLst/>
          </a:prstGeom>
          <a:noFill/>
          <a:ln>
            <a:noFill/>
          </a:ln>
        </p:spPr>
        <p:txBody>
          <a:bodyPr lIns="0" rIns="0" tIns="405360" bIns="0">
            <a:spAutoFit/>
          </a:bodyPr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ru-RU" sz="3950" spc="-211" strike="noStrike">
                <a:solidFill>
                  <a:srgbClr val="ebe6d7"/>
                </a:solidFill>
                <a:latin typeface="Arial"/>
              </a:rPr>
              <a:t>СТЕК</a:t>
            </a:r>
            <a:r>
              <a:rPr b="0" lang="ru-RU" sz="3950" spc="-60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3950" spc="-216" strike="noStrike">
                <a:solidFill>
                  <a:srgbClr val="ebe6d7"/>
                </a:solidFill>
                <a:latin typeface="Arial"/>
              </a:rPr>
              <a:t>ТЕХНОЛОГИЙ</a:t>
            </a:r>
            <a:endParaRPr b="0" lang="ru-RU" sz="3950" spc="-1" strike="noStrike">
              <a:latin typeface="Calibri"/>
            </a:endParaRPr>
          </a:p>
        </p:txBody>
      </p:sp>
      <p:sp>
        <p:nvSpPr>
          <p:cNvPr id="210" name="CustomShape 3"/>
          <p:cNvSpPr/>
          <p:nvPr/>
        </p:nvSpPr>
        <p:spPr>
          <a:xfrm>
            <a:off x="1617840" y="2544840"/>
            <a:ext cx="3182400" cy="67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Язык</a:t>
            </a:r>
            <a:r>
              <a:rPr b="0" lang="ru-RU" sz="1550" spc="12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программирования:</a:t>
            </a:r>
            <a:r>
              <a:rPr b="0" lang="ru-RU" sz="1550" spc="16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Kotlin</a:t>
            </a:r>
            <a:endParaRPr b="0" lang="ru-RU" sz="155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46"/>
              </a:spcBef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Среда</a:t>
            </a:r>
            <a:r>
              <a:rPr b="0" lang="ru-RU" sz="1550" spc="11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разработки:</a:t>
            </a:r>
            <a:r>
              <a:rPr b="0" lang="ru-RU" sz="1550" spc="11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Android</a:t>
            </a:r>
            <a:r>
              <a:rPr b="0" lang="ru-RU" sz="1550" spc="111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Studio</a:t>
            </a:r>
            <a:endParaRPr b="0" lang="ru-RU" sz="1550" spc="-1" strike="noStrike">
              <a:latin typeface="Arial"/>
            </a:endParaRPr>
          </a:p>
        </p:txBody>
      </p:sp>
      <p:sp>
        <p:nvSpPr>
          <p:cNvPr id="211" name="CustomShape 4"/>
          <p:cNvSpPr/>
          <p:nvPr/>
        </p:nvSpPr>
        <p:spPr>
          <a:xfrm>
            <a:off x="6566040" y="2544840"/>
            <a:ext cx="2394360" cy="2182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Сетевые</a:t>
            </a:r>
            <a:r>
              <a:rPr b="0" lang="ru-RU" sz="1550" spc="29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запросы:</a:t>
            </a:r>
            <a:r>
              <a:rPr b="0" lang="ru-RU" sz="1550" spc="-15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Volley</a:t>
            </a:r>
            <a:endParaRPr b="0" lang="ru-RU" sz="155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46"/>
              </a:spcBef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Локальная</a:t>
            </a:r>
            <a:r>
              <a:rPr b="0" lang="ru-RU" sz="1550" spc="22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БД:</a:t>
            </a:r>
            <a:r>
              <a:rPr b="0" lang="ru-RU" sz="1550" spc="18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21" strike="noStrike">
                <a:solidFill>
                  <a:srgbClr val="ebe6d7"/>
                </a:solidFill>
                <a:latin typeface="Arial"/>
              </a:rPr>
              <a:t>Room</a:t>
            </a:r>
            <a:endParaRPr b="0" lang="ru-RU" sz="155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20"/>
              </a:spcBef>
            </a:pPr>
            <a:r>
              <a:rPr b="0" lang="ru-RU" sz="1800" spc="-26" strike="noStrike">
                <a:solidFill>
                  <a:srgbClr val="ebe6d7"/>
                </a:solidFill>
                <a:latin typeface="Arial"/>
              </a:rPr>
              <a:t>Хранение</a:t>
            </a:r>
            <a:r>
              <a:rPr b="0" lang="ru-RU" sz="1800" spc="-7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2" strike="noStrike">
                <a:solidFill>
                  <a:srgbClr val="ebe6d7"/>
                </a:solidFill>
                <a:latin typeface="Arial"/>
              </a:rPr>
              <a:t>настроек:</a:t>
            </a:r>
            <a:endParaRPr b="0" lang="ru-RU" sz="1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71"/>
              </a:spcBef>
            </a:pPr>
            <a:r>
              <a:rPr b="0" lang="ru-RU" sz="1800" spc="-12" strike="noStrike">
                <a:solidFill>
                  <a:srgbClr val="ebe6d7"/>
                </a:solidFill>
                <a:latin typeface="Arial"/>
              </a:rPr>
              <a:t>SharedPreferences</a:t>
            </a:r>
            <a:endParaRPr b="0" lang="ru-RU" sz="1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369"/>
              </a:spcBef>
            </a:pP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Формат</a:t>
            </a:r>
            <a:r>
              <a:rPr b="0" lang="ru-RU" sz="1800" spc="-5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данных:</a:t>
            </a:r>
            <a:r>
              <a:rPr b="0" lang="ru-RU" sz="1800" spc="-55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52" strike="noStrike">
                <a:solidFill>
                  <a:srgbClr val="ebe6d7"/>
                </a:solidFill>
                <a:latin typeface="Arial"/>
              </a:rPr>
              <a:t>JSON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212" name="TextShape 5"/>
          <p:cNvSpPr txBox="1"/>
          <p:nvPr/>
        </p:nvSpPr>
        <p:spPr>
          <a:xfrm>
            <a:off x="332280" y="6435720"/>
            <a:ext cx="249840" cy="3977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spAutoFit/>
          </a:bodyPr>
          <a:p>
            <a:pPr marL="41760">
              <a:lnSpc>
                <a:spcPts val="995"/>
              </a:lnSpc>
            </a:pPr>
            <a:fld id="{AFF2E492-8F95-4B7C-A753-243D961E4E40}" type="slidenum">
              <a:rPr b="0" lang="ru-RU" sz="900" spc="-26" strike="noStrike">
                <a:solidFill>
                  <a:srgbClr val="ebe6d7"/>
                </a:solidFill>
                <a:latin typeface="Arial"/>
              </a:rPr>
              <a:t>&lt;number&gt;</a:t>
            </a:fld>
            <a:endParaRPr b="0" lang="ru-RU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roup 1"/>
          <p:cNvGrpSpPr/>
          <p:nvPr/>
        </p:nvGrpSpPr>
        <p:grpSpPr>
          <a:xfrm>
            <a:off x="804960" y="399960"/>
            <a:ext cx="10584000" cy="6057720"/>
            <a:chOff x="804960" y="399960"/>
            <a:chExt cx="10584000" cy="6057720"/>
          </a:xfrm>
        </p:grpSpPr>
        <p:sp>
          <p:nvSpPr>
            <p:cNvPr id="214" name="CustomShape 2"/>
            <p:cNvSpPr/>
            <p:nvPr/>
          </p:nvSpPr>
          <p:spPr>
            <a:xfrm>
              <a:off x="804960" y="6453360"/>
              <a:ext cx="10584000" cy="360"/>
            </a:xfrm>
            <a:custGeom>
              <a:avLst/>
              <a:gdLst/>
              <a:ahLst/>
              <a:rect l="l" t="t" r="r" b="b"/>
              <a:pathLst>
                <a:path w="10584180" h="0">
                  <a:moveTo>
                    <a:pt x="0" y="0"/>
                  </a:moveTo>
                  <a:lnTo>
                    <a:pt x="10584116" y="0"/>
                  </a:lnTo>
                </a:path>
              </a:pathLst>
            </a:custGeom>
            <a:noFill/>
            <a:ln w="6480">
              <a:solidFill>
                <a:srgbClr val="ebe6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15" name="object 4" descr=""/>
            <p:cNvPicPr/>
            <p:nvPr/>
          </p:nvPicPr>
          <p:blipFill>
            <a:blip r:embed="rId1"/>
            <a:stretch/>
          </p:blipFill>
          <p:spPr>
            <a:xfrm>
              <a:off x="809640" y="399960"/>
              <a:ext cx="5294160" cy="605772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16" name="CustomShape 3"/>
          <p:cNvSpPr/>
          <p:nvPr/>
        </p:nvSpPr>
        <p:spPr>
          <a:xfrm>
            <a:off x="11696760" y="384480"/>
            <a:ext cx="139320" cy="56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vert="vert" rot="5400000">
            <a:noAutofit/>
          </a:bodyPr>
          <a:p>
            <a:pPr marL="12600">
              <a:lnSpc>
                <a:spcPts val="995"/>
              </a:lnSpc>
            </a:pPr>
            <a:r>
              <a:rPr b="0" lang="ru-RU" sz="900" spc="-26" strike="noStrike">
                <a:solidFill>
                  <a:srgbClr val="ebe6d7"/>
                </a:solidFill>
                <a:latin typeface="Arial"/>
              </a:rPr>
              <a:t>10/26/2026</a:t>
            </a:r>
            <a:endParaRPr b="0" lang="ru-RU" sz="900" spc="-1" strike="noStrike">
              <a:latin typeface="Arial"/>
            </a:endParaRPr>
          </a:p>
        </p:txBody>
      </p:sp>
      <p:sp>
        <p:nvSpPr>
          <p:cNvPr id="217" name="TextShape 4"/>
          <p:cNvSpPr txBox="1"/>
          <p:nvPr/>
        </p:nvSpPr>
        <p:spPr>
          <a:xfrm>
            <a:off x="6741000" y="1073520"/>
            <a:ext cx="3664800" cy="1176120"/>
          </a:xfrm>
          <a:prstGeom prst="rect">
            <a:avLst/>
          </a:prstGeom>
          <a:noFill/>
          <a:ln>
            <a:noFill/>
          </a:ln>
        </p:spPr>
        <p:txBody>
          <a:bodyPr lIns="0" rIns="0" tIns="30960" bIns="0">
            <a:spAutoFit/>
          </a:bodyPr>
          <a:p>
            <a:pPr marL="12600">
              <a:lnSpc>
                <a:spcPts val="4280"/>
              </a:lnSpc>
              <a:spcBef>
                <a:spcPts val="244"/>
              </a:spcBef>
            </a:pPr>
            <a:r>
              <a:rPr b="0" lang="ru-RU" sz="3600" spc="-211" strike="noStrike">
                <a:solidFill>
                  <a:srgbClr val="ebe6d7"/>
                </a:solidFill>
                <a:latin typeface="Arial"/>
              </a:rPr>
              <a:t>АРХИТЕКТУРА</a:t>
            </a:r>
            <a:r>
              <a:rPr b="0" lang="ru-RU" sz="3600" spc="-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3600" spc="-60" strike="noStrike">
                <a:solidFill>
                  <a:srgbClr val="ebe6d7"/>
                </a:solidFill>
                <a:latin typeface="Arial"/>
              </a:rPr>
              <a:t>И </a:t>
            </a:r>
            <a:r>
              <a:rPr b="0" lang="ru-RU" sz="3600" spc="-41" strike="noStrike">
                <a:solidFill>
                  <a:srgbClr val="ebe6d7"/>
                </a:solidFill>
                <a:latin typeface="Arial"/>
              </a:rPr>
              <a:t>ЛОГИКА</a:t>
            </a:r>
            <a:r>
              <a:rPr b="0" lang="ru-RU" sz="3600" spc="-211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3600" spc="-282" strike="noStrike">
                <a:solidFill>
                  <a:srgbClr val="ebe6d7"/>
                </a:solidFill>
                <a:latin typeface="Arial"/>
              </a:rPr>
              <a:t>РАБОТЫ</a:t>
            </a:r>
            <a:endParaRPr b="0" lang="ru-RU" sz="3600" spc="-1" strike="noStrike">
              <a:latin typeface="Calibri"/>
            </a:endParaRPr>
          </a:p>
        </p:txBody>
      </p:sp>
      <p:sp>
        <p:nvSpPr>
          <p:cNvPr id="218" name="CustomShape 5"/>
          <p:cNvSpPr/>
          <p:nvPr/>
        </p:nvSpPr>
        <p:spPr>
          <a:xfrm>
            <a:off x="903240" y="2198880"/>
            <a:ext cx="1126800" cy="554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5360" bIns="0">
            <a:spAutoFit/>
          </a:bodyPr>
          <a:p>
            <a:pPr marL="19800">
              <a:lnSpc>
                <a:spcPts val="1650"/>
              </a:lnSpc>
              <a:spcBef>
                <a:spcPts val="1066"/>
              </a:spcBef>
            </a:pPr>
            <a:r>
              <a:rPr b="0" lang="ru-RU" sz="1400" spc="-12" strike="noStrike">
                <a:latin typeface="Arial"/>
              </a:rPr>
              <a:t>Экран авторизации</a:t>
            </a:r>
            <a:endParaRPr b="0" lang="ru-RU" sz="1400" spc="-1" strike="noStrike">
              <a:latin typeface="Arial"/>
            </a:endParaRPr>
          </a:p>
        </p:txBody>
      </p:sp>
      <p:grpSp>
        <p:nvGrpSpPr>
          <p:cNvPr id="219" name="Group 6"/>
          <p:cNvGrpSpPr/>
          <p:nvPr/>
        </p:nvGrpSpPr>
        <p:grpSpPr>
          <a:xfrm>
            <a:off x="2090880" y="2376720"/>
            <a:ext cx="3523680" cy="1647360"/>
            <a:chOff x="2090880" y="2376720"/>
            <a:chExt cx="3523680" cy="1647360"/>
          </a:xfrm>
        </p:grpSpPr>
        <p:sp>
          <p:nvSpPr>
            <p:cNvPr id="220" name="CustomShape 7"/>
            <p:cNvSpPr/>
            <p:nvPr/>
          </p:nvSpPr>
          <p:spPr>
            <a:xfrm>
              <a:off x="2090880" y="2376720"/>
              <a:ext cx="399600" cy="313920"/>
            </a:xfrm>
            <a:custGeom>
              <a:avLst/>
              <a:gdLst/>
              <a:ahLst/>
              <a:rect l="l" t="t" r="r" b="b"/>
              <a:pathLst>
                <a:path w="400050" h="314325">
                  <a:moveTo>
                    <a:pt x="242824" y="0"/>
                  </a:moveTo>
                  <a:lnTo>
                    <a:pt x="242824" y="78486"/>
                  </a:lnTo>
                  <a:lnTo>
                    <a:pt x="0" y="78486"/>
                  </a:lnTo>
                  <a:lnTo>
                    <a:pt x="0" y="235712"/>
                  </a:lnTo>
                  <a:lnTo>
                    <a:pt x="242824" y="235712"/>
                  </a:lnTo>
                  <a:lnTo>
                    <a:pt x="242824" y="314325"/>
                  </a:lnTo>
                  <a:lnTo>
                    <a:pt x="400050" y="157099"/>
                  </a:lnTo>
                  <a:lnTo>
                    <a:pt x="2428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1" name="CustomShape 8"/>
            <p:cNvSpPr/>
            <p:nvPr/>
          </p:nvSpPr>
          <p:spPr>
            <a:xfrm>
              <a:off x="2090880" y="2376720"/>
              <a:ext cx="399600" cy="313920"/>
            </a:xfrm>
            <a:custGeom>
              <a:avLst/>
              <a:gdLst/>
              <a:ahLst/>
              <a:rect l="l" t="t" r="r" b="b"/>
              <a:pathLst>
                <a:path w="400050" h="314325">
                  <a:moveTo>
                    <a:pt x="0" y="78486"/>
                  </a:moveTo>
                  <a:lnTo>
                    <a:pt x="242824" y="78486"/>
                  </a:lnTo>
                  <a:lnTo>
                    <a:pt x="242824" y="0"/>
                  </a:lnTo>
                  <a:lnTo>
                    <a:pt x="400050" y="157099"/>
                  </a:lnTo>
                  <a:lnTo>
                    <a:pt x="242824" y="314325"/>
                  </a:lnTo>
                  <a:lnTo>
                    <a:pt x="242824" y="235712"/>
                  </a:lnTo>
                  <a:lnTo>
                    <a:pt x="0" y="235712"/>
                  </a:lnTo>
                  <a:lnTo>
                    <a:pt x="0" y="78486"/>
                  </a:lnTo>
                  <a:close/>
                </a:path>
              </a:pathLst>
            </a:cu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2" name="CustomShape 9"/>
            <p:cNvSpPr/>
            <p:nvPr/>
          </p:nvSpPr>
          <p:spPr>
            <a:xfrm>
              <a:off x="2567160" y="3700440"/>
              <a:ext cx="418680" cy="304560"/>
            </a:xfrm>
            <a:custGeom>
              <a:avLst/>
              <a:gdLst/>
              <a:ahLst/>
              <a:rect l="l" t="t" r="r" b="b"/>
              <a:pathLst>
                <a:path w="419100" h="304800">
                  <a:moveTo>
                    <a:pt x="152400" y="0"/>
                  </a:moveTo>
                  <a:lnTo>
                    <a:pt x="0" y="152400"/>
                  </a:lnTo>
                  <a:lnTo>
                    <a:pt x="152400" y="304800"/>
                  </a:lnTo>
                  <a:lnTo>
                    <a:pt x="152400" y="228473"/>
                  </a:lnTo>
                  <a:lnTo>
                    <a:pt x="419100" y="228473"/>
                  </a:lnTo>
                  <a:lnTo>
                    <a:pt x="419100" y="76073"/>
                  </a:lnTo>
                  <a:lnTo>
                    <a:pt x="152400" y="76073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3" name="CustomShape 10"/>
            <p:cNvSpPr/>
            <p:nvPr/>
          </p:nvSpPr>
          <p:spPr>
            <a:xfrm>
              <a:off x="2567160" y="3700440"/>
              <a:ext cx="418680" cy="304560"/>
            </a:xfrm>
            <a:custGeom>
              <a:avLst/>
              <a:gdLst/>
              <a:ahLst/>
              <a:rect l="l" t="t" r="r" b="b"/>
              <a:pathLst>
                <a:path w="419100" h="304800">
                  <a:moveTo>
                    <a:pt x="419100" y="228473"/>
                  </a:moveTo>
                  <a:lnTo>
                    <a:pt x="152400" y="228473"/>
                  </a:lnTo>
                  <a:lnTo>
                    <a:pt x="152400" y="304800"/>
                  </a:lnTo>
                  <a:lnTo>
                    <a:pt x="0" y="152400"/>
                  </a:lnTo>
                  <a:lnTo>
                    <a:pt x="152400" y="0"/>
                  </a:lnTo>
                  <a:lnTo>
                    <a:pt x="152400" y="76073"/>
                  </a:lnTo>
                  <a:lnTo>
                    <a:pt x="419100" y="76073"/>
                  </a:lnTo>
                  <a:lnTo>
                    <a:pt x="419100" y="228473"/>
                  </a:lnTo>
                  <a:close/>
                </a:path>
              </a:pathLst>
            </a:cu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4" name="CustomShape 11"/>
            <p:cNvSpPr/>
            <p:nvPr/>
          </p:nvSpPr>
          <p:spPr>
            <a:xfrm>
              <a:off x="5300640" y="2986200"/>
              <a:ext cx="313920" cy="399600"/>
            </a:xfrm>
            <a:custGeom>
              <a:avLst/>
              <a:gdLst/>
              <a:ahLst/>
              <a:rect l="l" t="t" r="r" b="b"/>
              <a:pathLst>
                <a:path w="314325" h="400050">
                  <a:moveTo>
                    <a:pt x="235712" y="0"/>
                  </a:moveTo>
                  <a:lnTo>
                    <a:pt x="78486" y="0"/>
                  </a:lnTo>
                  <a:lnTo>
                    <a:pt x="78486" y="242950"/>
                  </a:lnTo>
                  <a:lnTo>
                    <a:pt x="0" y="242950"/>
                  </a:lnTo>
                  <a:lnTo>
                    <a:pt x="157099" y="400050"/>
                  </a:lnTo>
                  <a:lnTo>
                    <a:pt x="314325" y="242950"/>
                  </a:lnTo>
                  <a:lnTo>
                    <a:pt x="235712" y="242950"/>
                  </a:lnTo>
                  <a:lnTo>
                    <a:pt x="2357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5" name="CustomShape 12"/>
            <p:cNvSpPr/>
            <p:nvPr/>
          </p:nvSpPr>
          <p:spPr>
            <a:xfrm>
              <a:off x="5300640" y="2986200"/>
              <a:ext cx="313920" cy="399600"/>
            </a:xfrm>
            <a:custGeom>
              <a:avLst/>
              <a:gdLst/>
              <a:ahLst/>
              <a:rect l="l" t="t" r="r" b="b"/>
              <a:pathLst>
                <a:path w="314325" h="400050">
                  <a:moveTo>
                    <a:pt x="235712" y="0"/>
                  </a:moveTo>
                  <a:lnTo>
                    <a:pt x="235712" y="242950"/>
                  </a:lnTo>
                  <a:lnTo>
                    <a:pt x="314325" y="242950"/>
                  </a:lnTo>
                  <a:lnTo>
                    <a:pt x="157099" y="400050"/>
                  </a:lnTo>
                  <a:lnTo>
                    <a:pt x="0" y="242950"/>
                  </a:lnTo>
                  <a:lnTo>
                    <a:pt x="78486" y="242950"/>
                  </a:lnTo>
                  <a:lnTo>
                    <a:pt x="78486" y="0"/>
                  </a:lnTo>
                  <a:lnTo>
                    <a:pt x="235712" y="0"/>
                  </a:lnTo>
                  <a:close/>
                </a:path>
              </a:pathLst>
            </a:cu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6" name="CustomShape 13"/>
            <p:cNvSpPr/>
            <p:nvPr/>
          </p:nvSpPr>
          <p:spPr>
            <a:xfrm>
              <a:off x="4434120" y="3710160"/>
              <a:ext cx="399600" cy="313920"/>
            </a:xfrm>
            <a:custGeom>
              <a:avLst/>
              <a:gdLst/>
              <a:ahLst/>
              <a:rect l="l" t="t" r="r" b="b"/>
              <a:pathLst>
                <a:path w="400050" h="314325">
                  <a:moveTo>
                    <a:pt x="157099" y="0"/>
                  </a:moveTo>
                  <a:lnTo>
                    <a:pt x="0" y="157099"/>
                  </a:lnTo>
                  <a:lnTo>
                    <a:pt x="157099" y="314325"/>
                  </a:lnTo>
                  <a:lnTo>
                    <a:pt x="157099" y="235712"/>
                  </a:lnTo>
                  <a:lnTo>
                    <a:pt x="400050" y="235712"/>
                  </a:lnTo>
                  <a:lnTo>
                    <a:pt x="400050" y="78486"/>
                  </a:lnTo>
                  <a:lnTo>
                    <a:pt x="157099" y="78486"/>
                  </a:lnTo>
                  <a:lnTo>
                    <a:pt x="1570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7" name="CustomShape 14"/>
            <p:cNvSpPr/>
            <p:nvPr/>
          </p:nvSpPr>
          <p:spPr>
            <a:xfrm>
              <a:off x="4434120" y="3710160"/>
              <a:ext cx="399600" cy="313920"/>
            </a:xfrm>
            <a:custGeom>
              <a:avLst/>
              <a:gdLst/>
              <a:ahLst/>
              <a:rect l="l" t="t" r="r" b="b"/>
              <a:pathLst>
                <a:path w="400050" h="314325">
                  <a:moveTo>
                    <a:pt x="400050" y="235712"/>
                  </a:moveTo>
                  <a:lnTo>
                    <a:pt x="157099" y="235712"/>
                  </a:lnTo>
                  <a:lnTo>
                    <a:pt x="157099" y="314325"/>
                  </a:lnTo>
                  <a:lnTo>
                    <a:pt x="0" y="157099"/>
                  </a:lnTo>
                  <a:lnTo>
                    <a:pt x="157099" y="0"/>
                  </a:lnTo>
                  <a:lnTo>
                    <a:pt x="157099" y="78486"/>
                  </a:lnTo>
                  <a:lnTo>
                    <a:pt x="400050" y="78486"/>
                  </a:lnTo>
                  <a:lnTo>
                    <a:pt x="400050" y="235712"/>
                  </a:lnTo>
                  <a:close/>
                </a:path>
              </a:pathLst>
            </a:cu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8" name="CustomShape 15"/>
            <p:cNvSpPr/>
            <p:nvPr/>
          </p:nvSpPr>
          <p:spPr>
            <a:xfrm>
              <a:off x="4434120" y="2386080"/>
              <a:ext cx="399600" cy="313920"/>
            </a:xfrm>
            <a:custGeom>
              <a:avLst/>
              <a:gdLst/>
              <a:ahLst/>
              <a:rect l="l" t="t" r="r" b="b"/>
              <a:pathLst>
                <a:path w="400050" h="314325">
                  <a:moveTo>
                    <a:pt x="242824" y="0"/>
                  </a:moveTo>
                  <a:lnTo>
                    <a:pt x="242824" y="78486"/>
                  </a:lnTo>
                  <a:lnTo>
                    <a:pt x="0" y="78486"/>
                  </a:lnTo>
                  <a:lnTo>
                    <a:pt x="0" y="235712"/>
                  </a:lnTo>
                  <a:lnTo>
                    <a:pt x="242824" y="235712"/>
                  </a:lnTo>
                  <a:lnTo>
                    <a:pt x="242824" y="314325"/>
                  </a:lnTo>
                  <a:lnTo>
                    <a:pt x="400050" y="157099"/>
                  </a:lnTo>
                  <a:lnTo>
                    <a:pt x="2428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9" name="CustomShape 16"/>
            <p:cNvSpPr/>
            <p:nvPr/>
          </p:nvSpPr>
          <p:spPr>
            <a:xfrm>
              <a:off x="4434120" y="2386080"/>
              <a:ext cx="399600" cy="313920"/>
            </a:xfrm>
            <a:custGeom>
              <a:avLst/>
              <a:gdLst/>
              <a:ahLst/>
              <a:rect l="l" t="t" r="r" b="b"/>
              <a:pathLst>
                <a:path w="400050" h="314325">
                  <a:moveTo>
                    <a:pt x="0" y="78486"/>
                  </a:moveTo>
                  <a:lnTo>
                    <a:pt x="242824" y="78486"/>
                  </a:lnTo>
                  <a:lnTo>
                    <a:pt x="242824" y="0"/>
                  </a:lnTo>
                  <a:lnTo>
                    <a:pt x="400050" y="157099"/>
                  </a:lnTo>
                  <a:lnTo>
                    <a:pt x="242824" y="314325"/>
                  </a:lnTo>
                  <a:lnTo>
                    <a:pt x="242824" y="235712"/>
                  </a:lnTo>
                  <a:lnTo>
                    <a:pt x="0" y="235712"/>
                  </a:lnTo>
                  <a:lnTo>
                    <a:pt x="0" y="78486"/>
                  </a:lnTo>
                  <a:close/>
                </a:path>
              </a:pathLst>
            </a:cu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30" name="CustomShape 17"/>
          <p:cNvSpPr/>
          <p:nvPr/>
        </p:nvSpPr>
        <p:spPr>
          <a:xfrm>
            <a:off x="2608200" y="2198880"/>
            <a:ext cx="1755360" cy="457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0600" bIns="0">
            <a:spAutoFit/>
          </a:bodyPr>
          <a:p>
            <a:pPr>
              <a:lnSpc>
                <a:spcPct val="100000"/>
              </a:lnSpc>
              <a:spcBef>
                <a:spcPts val="241"/>
              </a:spcBef>
            </a:pPr>
            <a:endParaRPr b="0" lang="ru-RU" sz="1800" spc="-1" strike="noStrike">
              <a:latin typeface="Arial"/>
            </a:endParaRPr>
          </a:p>
          <a:p>
            <a:pPr marL="103680">
              <a:lnSpc>
                <a:spcPct val="100000"/>
              </a:lnSpc>
              <a:spcBef>
                <a:spcPts val="6"/>
              </a:spcBef>
            </a:pPr>
            <a:r>
              <a:rPr b="0" lang="ru-RU" sz="1400" spc="-12" strike="noStrike">
                <a:latin typeface="Arial"/>
              </a:rPr>
              <a:t>SharedPreferences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231" name="CustomShape 18"/>
          <p:cNvSpPr/>
          <p:nvPr/>
        </p:nvSpPr>
        <p:spPr>
          <a:xfrm>
            <a:off x="4942080" y="2198880"/>
            <a:ext cx="1041120" cy="55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6440" bIns="0">
            <a:spAutoFit/>
          </a:bodyPr>
          <a:p>
            <a:pPr marL="160560">
              <a:lnSpc>
                <a:spcPts val="1650"/>
              </a:lnSpc>
              <a:spcBef>
                <a:spcPts val="1074"/>
              </a:spcBef>
            </a:pPr>
            <a:r>
              <a:rPr b="0" lang="ru-RU" sz="1400" spc="-32" strike="noStrike">
                <a:latin typeface="Arial"/>
              </a:rPr>
              <a:t>Главный </a:t>
            </a:r>
            <a:r>
              <a:rPr b="0" lang="ru-RU" sz="1400" spc="-12" strike="noStrike">
                <a:latin typeface="Arial"/>
              </a:rPr>
              <a:t>экран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232" name="CustomShape 19"/>
          <p:cNvSpPr/>
          <p:nvPr/>
        </p:nvSpPr>
        <p:spPr>
          <a:xfrm>
            <a:off x="912960" y="3522600"/>
            <a:ext cx="1593360" cy="4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7360" bIns="0">
            <a:spAutoFit/>
          </a:bodyPr>
          <a:p>
            <a:pPr>
              <a:lnSpc>
                <a:spcPct val="100000"/>
              </a:lnSpc>
              <a:spcBef>
                <a:spcPts val="215"/>
              </a:spcBef>
            </a:pPr>
            <a:endParaRPr b="0" lang="ru-RU" sz="1800" spc="-1" strike="noStrike">
              <a:latin typeface="Arial"/>
            </a:endParaRPr>
          </a:p>
          <a:p>
            <a:pPr marL="95400">
              <a:lnSpc>
                <a:spcPct val="100000"/>
              </a:lnSpc>
              <a:spcBef>
                <a:spcPts val="6"/>
              </a:spcBef>
            </a:pPr>
            <a:r>
              <a:rPr b="0" lang="ru-RU" sz="1400" spc="-1" strike="noStrike">
                <a:latin typeface="Arial"/>
              </a:rPr>
              <a:t>Список</a:t>
            </a:r>
            <a:r>
              <a:rPr b="0" lang="ru-RU" sz="1400" spc="-55" strike="noStrike">
                <a:latin typeface="Arial"/>
              </a:rPr>
              <a:t> </a:t>
            </a:r>
            <a:r>
              <a:rPr b="0" lang="ru-RU" sz="1400" spc="-12" strike="noStrike">
                <a:latin typeface="Arial"/>
              </a:rPr>
              <a:t>фильмов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233" name="CustomShape 20"/>
          <p:cNvSpPr/>
          <p:nvPr/>
        </p:nvSpPr>
        <p:spPr>
          <a:xfrm>
            <a:off x="3075120" y="3513240"/>
            <a:ext cx="1288800" cy="558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5360" bIns="0">
            <a:spAutoFit/>
          </a:bodyPr>
          <a:p>
            <a:pPr marL="43200">
              <a:lnSpc>
                <a:spcPts val="1664"/>
              </a:lnSpc>
              <a:spcBef>
                <a:spcPts val="1066"/>
              </a:spcBef>
            </a:pPr>
            <a:r>
              <a:rPr b="0" lang="ru-RU" sz="1400" spc="-21" strike="noStrike">
                <a:latin typeface="Arial"/>
              </a:rPr>
              <a:t>Сохранение</a:t>
            </a:r>
            <a:r>
              <a:rPr b="0" lang="ru-RU" sz="1400" spc="-1" strike="noStrike">
                <a:latin typeface="Arial"/>
              </a:rPr>
              <a:t> </a:t>
            </a:r>
            <a:r>
              <a:rPr b="0" lang="ru-RU" sz="1400" spc="-52" strike="noStrike">
                <a:latin typeface="Arial"/>
              </a:rPr>
              <a:t>в</a:t>
            </a:r>
            <a:endParaRPr b="0" lang="ru-RU" sz="1400" spc="-1" strike="noStrike">
              <a:latin typeface="Arial"/>
            </a:endParaRPr>
          </a:p>
          <a:p>
            <a:pPr marL="43200">
              <a:lnSpc>
                <a:spcPts val="1664"/>
              </a:lnSpc>
            </a:pPr>
            <a:r>
              <a:rPr b="0" lang="ru-RU" sz="1400" spc="-21" strike="noStrike">
                <a:latin typeface="Arial"/>
              </a:rPr>
              <a:t>Room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234" name="CustomShape 21"/>
          <p:cNvSpPr/>
          <p:nvPr/>
        </p:nvSpPr>
        <p:spPr>
          <a:xfrm>
            <a:off x="4942080" y="3513240"/>
            <a:ext cx="104112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0680" bIns="0">
            <a:spAutoFit/>
          </a:bodyPr>
          <a:p>
            <a:pPr>
              <a:lnSpc>
                <a:spcPct val="100000"/>
              </a:lnSpc>
              <a:spcBef>
                <a:spcPts val="320"/>
              </a:spcBef>
            </a:pPr>
            <a:endParaRPr b="0" lang="ru-RU" sz="1800" spc="-1" strike="noStrike">
              <a:latin typeface="Arial"/>
            </a:endParaRPr>
          </a:p>
          <a:p>
            <a:pPr marL="94680">
              <a:lnSpc>
                <a:spcPct val="100000"/>
              </a:lnSpc>
              <a:spcBef>
                <a:spcPts val="6"/>
              </a:spcBef>
            </a:pPr>
            <a:r>
              <a:rPr b="0" lang="ru-RU" sz="1400" spc="-100" strike="noStrike">
                <a:latin typeface="Arial"/>
              </a:rPr>
              <a:t>OMDb</a:t>
            </a:r>
            <a:r>
              <a:rPr b="0" lang="ru-RU" sz="1400" spc="-15" strike="noStrike">
                <a:latin typeface="Arial"/>
              </a:rPr>
              <a:t> </a:t>
            </a:r>
            <a:r>
              <a:rPr b="0" lang="ru-RU" sz="1400" spc="-26" strike="noStrike">
                <a:latin typeface="Arial"/>
              </a:rPr>
              <a:t>API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235" name="CustomShape 22"/>
          <p:cNvSpPr/>
          <p:nvPr/>
        </p:nvSpPr>
        <p:spPr>
          <a:xfrm>
            <a:off x="6741000" y="2741040"/>
            <a:ext cx="3782160" cy="171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>
            <a:spAutoFit/>
          </a:bodyPr>
          <a:p>
            <a:pPr marL="12600">
              <a:lnSpc>
                <a:spcPct val="123000"/>
              </a:lnSpc>
              <a:spcBef>
                <a:spcPts val="130"/>
              </a:spcBef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Приложение</a:t>
            </a:r>
            <a:r>
              <a:rPr b="0" lang="ru-RU" sz="1550" spc="26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построено</a:t>
            </a:r>
            <a:r>
              <a:rPr b="0" lang="ru-RU" sz="1550" spc="18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26" strike="noStrike">
                <a:solidFill>
                  <a:srgbClr val="ebe6d7"/>
                </a:solidFill>
                <a:latin typeface="Arial"/>
              </a:rPr>
              <a:t>на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основе</a:t>
            </a:r>
            <a:r>
              <a:rPr b="0" lang="ru-RU" sz="1550" spc="103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фрагментов</a:t>
            </a:r>
            <a:r>
              <a:rPr b="0" lang="ru-RU" sz="1550" spc="109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(Fragment),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управляемых</a:t>
            </a:r>
            <a:r>
              <a:rPr b="0" lang="ru-RU" sz="1550" spc="11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MainActivity.</a:t>
            </a:r>
            <a:r>
              <a:rPr b="0" lang="ru-RU" sz="1550" spc="12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26" strike="noStrike">
                <a:solidFill>
                  <a:srgbClr val="ebe6d7"/>
                </a:solidFill>
                <a:latin typeface="Arial"/>
              </a:rPr>
              <a:t>Это</a:t>
            </a:r>
            <a:endParaRPr b="0" lang="ru-RU" sz="155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71"/>
              </a:spcBef>
            </a:pPr>
            <a:r>
              <a:rPr b="0" lang="ru-RU" sz="1550" spc="9" strike="noStrike">
                <a:solidFill>
                  <a:srgbClr val="ebe6d7"/>
                </a:solidFill>
                <a:latin typeface="Arial"/>
              </a:rPr>
              <a:t>позволяет</a:t>
            </a:r>
            <a:r>
              <a:rPr b="0" lang="ru-RU" sz="1550" spc="22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52" strike="noStrike">
                <a:solidFill>
                  <a:srgbClr val="ebe6d7"/>
                </a:solidFill>
                <a:latin typeface="Arial"/>
              </a:rPr>
              <a:t>гибко</a:t>
            </a:r>
            <a:r>
              <a:rPr b="0" lang="ru-RU" sz="1550" spc="20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9" strike="noStrike">
                <a:solidFill>
                  <a:srgbClr val="ebe6d7"/>
                </a:solidFill>
                <a:latin typeface="Arial"/>
              </a:rPr>
              <a:t>переключаться</a:t>
            </a:r>
            <a:r>
              <a:rPr b="0" lang="ru-RU" sz="1550" spc="154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между</a:t>
            </a:r>
            <a:endParaRPr b="0" lang="ru-RU" sz="155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71"/>
              </a:spcBef>
            </a:pP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экранами.</a:t>
            </a:r>
            <a:endParaRPr b="0" lang="ru-RU" sz="1550" spc="-1" strike="noStrike">
              <a:latin typeface="Arial"/>
            </a:endParaRPr>
          </a:p>
        </p:txBody>
      </p:sp>
      <p:sp>
        <p:nvSpPr>
          <p:cNvPr id="236" name="TextShape 23"/>
          <p:cNvSpPr txBox="1"/>
          <p:nvPr/>
        </p:nvSpPr>
        <p:spPr>
          <a:xfrm>
            <a:off x="332280" y="6435720"/>
            <a:ext cx="249840" cy="3977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spAutoFit/>
          </a:bodyPr>
          <a:p>
            <a:pPr marL="41760">
              <a:lnSpc>
                <a:spcPts val="995"/>
              </a:lnSpc>
            </a:pPr>
            <a:fld id="{7CEE539D-6166-4214-B5CB-FECC395926A0}" type="slidenum">
              <a:rPr b="0" lang="ru-RU" sz="900" spc="-26" strike="noStrike">
                <a:solidFill>
                  <a:srgbClr val="ebe6d7"/>
                </a:solidFill>
                <a:latin typeface="Arial"/>
              </a:rPr>
              <a:t>&lt;number&gt;</a:t>
            </a:fld>
            <a:endParaRPr b="0" lang="ru-RU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roup 1"/>
          <p:cNvGrpSpPr/>
          <p:nvPr/>
        </p:nvGrpSpPr>
        <p:grpSpPr>
          <a:xfrm>
            <a:off x="792000" y="432000"/>
            <a:ext cx="10598400" cy="6114600"/>
            <a:chOff x="792000" y="432000"/>
            <a:chExt cx="10598400" cy="6114600"/>
          </a:xfrm>
        </p:grpSpPr>
        <p:sp>
          <p:nvSpPr>
            <p:cNvPr id="238" name="CustomShape 2"/>
            <p:cNvSpPr/>
            <p:nvPr/>
          </p:nvSpPr>
          <p:spPr>
            <a:xfrm>
              <a:off x="797040" y="3494160"/>
              <a:ext cx="10593360" cy="3018960"/>
            </a:xfrm>
            <a:custGeom>
              <a:avLst/>
              <a:gdLst/>
              <a:ahLst/>
              <a:rect l="l" t="t" r="r" b="b"/>
              <a:pathLst>
                <a:path w="10593705" h="3019425">
                  <a:moveTo>
                    <a:pt x="0" y="3019361"/>
                  </a:moveTo>
                  <a:lnTo>
                    <a:pt x="10584116" y="3019361"/>
                  </a:lnTo>
                  <a:moveTo>
                    <a:pt x="10593133" y="0"/>
                  </a:moveTo>
                  <a:lnTo>
                    <a:pt x="5295963" y="0"/>
                  </a:lnTo>
                </a:path>
              </a:pathLst>
            </a:custGeom>
            <a:noFill/>
            <a:ln w="6480">
              <a:solidFill>
                <a:srgbClr val="ebe6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39" name="object 4" descr=""/>
            <p:cNvPicPr/>
            <p:nvPr/>
          </p:nvPicPr>
          <p:blipFill>
            <a:blip r:embed="rId1"/>
            <a:stretch/>
          </p:blipFill>
          <p:spPr>
            <a:xfrm>
              <a:off x="792000" y="432000"/>
              <a:ext cx="5303520" cy="61146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40" name="object 5" descr=""/>
            <p:cNvPicPr/>
            <p:nvPr/>
          </p:nvPicPr>
          <p:blipFill>
            <a:blip r:embed="rId2"/>
            <a:stretch/>
          </p:blipFill>
          <p:spPr>
            <a:xfrm>
              <a:off x="2049480" y="603360"/>
              <a:ext cx="2657160" cy="575280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41" name="CustomShape 3"/>
          <p:cNvSpPr/>
          <p:nvPr/>
        </p:nvSpPr>
        <p:spPr>
          <a:xfrm>
            <a:off x="11696760" y="384480"/>
            <a:ext cx="139320" cy="56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vert="vert" rot="5400000">
            <a:noAutofit/>
          </a:bodyPr>
          <a:p>
            <a:pPr marL="12600">
              <a:lnSpc>
                <a:spcPts val="995"/>
              </a:lnSpc>
            </a:pPr>
            <a:r>
              <a:rPr b="0" lang="ru-RU" sz="900" spc="-26" strike="noStrike">
                <a:solidFill>
                  <a:srgbClr val="ebe6d7"/>
                </a:solidFill>
                <a:latin typeface="Arial"/>
              </a:rPr>
              <a:t>10/26/2026</a:t>
            </a:r>
            <a:endParaRPr b="0" lang="ru-RU" sz="900" spc="-1" strike="noStrike">
              <a:latin typeface="Arial"/>
            </a:endParaRPr>
          </a:p>
        </p:txBody>
      </p:sp>
      <p:sp>
        <p:nvSpPr>
          <p:cNvPr id="242" name="TextShape 4"/>
          <p:cNvSpPr txBox="1"/>
          <p:nvPr/>
        </p:nvSpPr>
        <p:spPr>
          <a:xfrm>
            <a:off x="1617840" y="739080"/>
            <a:ext cx="9226800" cy="1478880"/>
          </a:xfrm>
          <a:prstGeom prst="rect">
            <a:avLst/>
          </a:prstGeom>
          <a:noFill/>
          <a:ln>
            <a:noFill/>
          </a:ln>
        </p:spPr>
        <p:txBody>
          <a:bodyPr lIns="0" rIns="0" tIns="263880" bIns="0">
            <a:spAutoFit/>
          </a:bodyPr>
          <a:p>
            <a:pPr marL="5078880">
              <a:lnSpc>
                <a:spcPct val="101000"/>
              </a:lnSpc>
              <a:spcBef>
                <a:spcPts val="60"/>
              </a:spcBef>
            </a:pPr>
            <a:r>
              <a:rPr b="0" lang="ru-RU" sz="3950" spc="-12" strike="noStrike">
                <a:solidFill>
                  <a:srgbClr val="ebe6d7"/>
                </a:solidFill>
                <a:latin typeface="Arial"/>
              </a:rPr>
              <a:t>ЭКРАН </a:t>
            </a:r>
            <a:r>
              <a:rPr b="0" lang="ru-RU" sz="3950" spc="-140" strike="noStrike">
                <a:solidFill>
                  <a:srgbClr val="ebe6d7"/>
                </a:solidFill>
                <a:latin typeface="Arial"/>
              </a:rPr>
              <a:t>АВТОРИЗАЦИИ</a:t>
            </a:r>
            <a:endParaRPr b="0" lang="ru-RU" sz="3950" spc="-1" strike="noStrike">
              <a:latin typeface="Calibri"/>
            </a:endParaRPr>
          </a:p>
        </p:txBody>
      </p:sp>
      <p:sp>
        <p:nvSpPr>
          <p:cNvPr id="243" name="CustomShape 5"/>
          <p:cNvSpPr/>
          <p:nvPr/>
        </p:nvSpPr>
        <p:spPr>
          <a:xfrm>
            <a:off x="6684480" y="3632400"/>
            <a:ext cx="4040640" cy="20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9800" bIns="0">
            <a:spAutoFit/>
          </a:bodyPr>
          <a:p>
            <a:pPr marL="12600">
              <a:lnSpc>
                <a:spcPct val="150000"/>
              </a:lnSpc>
              <a:spcBef>
                <a:spcPts val="156"/>
              </a:spcBef>
            </a:pPr>
            <a:r>
              <a:rPr b="0" lang="ru-RU" sz="1800" spc="-21" strike="noStrike">
                <a:solidFill>
                  <a:srgbClr val="ebe6d7"/>
                </a:solidFill>
                <a:latin typeface="Arial"/>
              </a:rPr>
              <a:t>Первый</a:t>
            </a:r>
            <a:r>
              <a:rPr b="0" lang="ru-RU" sz="1800" spc="-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экран </a:t>
            </a:r>
            <a:r>
              <a:rPr b="0" lang="ru-RU" sz="1800" spc="-12" strike="noStrike">
                <a:solidFill>
                  <a:srgbClr val="ebe6d7"/>
                </a:solidFill>
                <a:latin typeface="Arial"/>
              </a:rPr>
              <a:t>приложения. </a:t>
            </a:r>
            <a:r>
              <a:rPr b="0" lang="ru-RU" sz="1800" spc="-21" strike="noStrike">
                <a:solidFill>
                  <a:srgbClr val="ebe6d7"/>
                </a:solidFill>
                <a:latin typeface="Arial"/>
              </a:rPr>
              <a:t>Реализована</a:t>
            </a:r>
            <a:r>
              <a:rPr b="0" lang="ru-RU" sz="1800" spc="-41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проверка</a:t>
            </a:r>
            <a:r>
              <a:rPr b="0" lang="ru-RU" sz="1800" spc="-46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полей</a:t>
            </a:r>
            <a:r>
              <a:rPr b="0" lang="ru-RU" sz="1800" spc="-35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26" strike="noStrike">
                <a:solidFill>
                  <a:srgbClr val="ebe6d7"/>
                </a:solidFill>
                <a:latin typeface="Arial"/>
              </a:rPr>
              <a:t>на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пустоту.</a:t>
            </a:r>
            <a:r>
              <a:rPr b="0" lang="ru-RU" sz="1800" spc="-5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Данные</a:t>
            </a:r>
            <a:r>
              <a:rPr b="0" lang="ru-RU" sz="1800" spc="-55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2" strike="noStrike">
                <a:solidFill>
                  <a:srgbClr val="ebe6d7"/>
                </a:solidFill>
                <a:latin typeface="Arial"/>
              </a:rPr>
              <a:t>ползователей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сохраняются</a:t>
            </a:r>
            <a:r>
              <a:rPr b="0" lang="ru-RU" sz="1800" spc="-60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в</a:t>
            </a:r>
            <a:r>
              <a:rPr b="0" lang="ru-RU" sz="1800" spc="-21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локальное</a:t>
            </a:r>
            <a:r>
              <a:rPr b="0" lang="ru-RU" sz="1800" spc="-46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2" strike="noStrike">
                <a:solidFill>
                  <a:srgbClr val="ebe6d7"/>
                </a:solidFill>
                <a:latin typeface="Arial"/>
              </a:rPr>
              <a:t>хранилище </a:t>
            </a:r>
            <a:r>
              <a:rPr b="0" lang="ru-RU" sz="1800" spc="-35" strike="noStrike">
                <a:solidFill>
                  <a:srgbClr val="ebe6d7"/>
                </a:solidFill>
                <a:latin typeface="Arial"/>
              </a:rPr>
              <a:t>смартфона</a:t>
            </a:r>
            <a:r>
              <a:rPr b="0" lang="ru-RU" sz="1800" spc="-26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в</a:t>
            </a:r>
            <a:r>
              <a:rPr b="0" lang="ru-RU" sz="1800" spc="-35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55" strike="noStrike">
                <a:solidFill>
                  <a:srgbClr val="ebe6d7"/>
                </a:solidFill>
                <a:latin typeface="Arial"/>
              </a:rPr>
              <a:t>формате</a:t>
            </a:r>
            <a:r>
              <a:rPr b="0" lang="ru-RU" sz="1800" spc="-21" strike="noStrike">
                <a:solidFill>
                  <a:srgbClr val="ebe6d7"/>
                </a:solidFill>
                <a:latin typeface="Arial"/>
              </a:rPr>
              <a:t> JSON.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244" name="TextShape 6"/>
          <p:cNvSpPr txBox="1"/>
          <p:nvPr/>
        </p:nvSpPr>
        <p:spPr>
          <a:xfrm>
            <a:off x="332280" y="6435720"/>
            <a:ext cx="249840" cy="3977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spAutoFit/>
          </a:bodyPr>
          <a:p>
            <a:pPr marL="41760">
              <a:lnSpc>
                <a:spcPts val="995"/>
              </a:lnSpc>
            </a:pPr>
            <a:fld id="{F057BFF5-705D-4B87-B1CE-6B94826478D3}" type="slidenum">
              <a:rPr b="0" lang="ru-RU" sz="900" spc="-26" strike="noStrike">
                <a:solidFill>
                  <a:srgbClr val="ebe6d7"/>
                </a:solidFill>
                <a:latin typeface="Arial"/>
              </a:rPr>
              <a:t>&lt;number&gt;</a:t>
            </a:fld>
            <a:endParaRPr b="0" lang="ru-RU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roup 1"/>
          <p:cNvGrpSpPr/>
          <p:nvPr/>
        </p:nvGrpSpPr>
        <p:grpSpPr>
          <a:xfrm>
            <a:off x="799920" y="371520"/>
            <a:ext cx="10598400" cy="6114600"/>
            <a:chOff x="799920" y="371520"/>
            <a:chExt cx="10598400" cy="6114600"/>
          </a:xfrm>
        </p:grpSpPr>
        <p:sp>
          <p:nvSpPr>
            <p:cNvPr id="246" name="CustomShape 2"/>
            <p:cNvSpPr/>
            <p:nvPr/>
          </p:nvSpPr>
          <p:spPr>
            <a:xfrm>
              <a:off x="804960" y="3433680"/>
              <a:ext cx="10593360" cy="3018960"/>
            </a:xfrm>
            <a:custGeom>
              <a:avLst/>
              <a:gdLst/>
              <a:ahLst/>
              <a:rect l="l" t="t" r="r" b="b"/>
              <a:pathLst>
                <a:path w="10593705" h="3019425">
                  <a:moveTo>
                    <a:pt x="0" y="3019361"/>
                  </a:moveTo>
                  <a:lnTo>
                    <a:pt x="10584116" y="3019361"/>
                  </a:lnTo>
                  <a:moveTo>
                    <a:pt x="10593133" y="0"/>
                  </a:moveTo>
                  <a:lnTo>
                    <a:pt x="5295963" y="0"/>
                  </a:lnTo>
                </a:path>
              </a:pathLst>
            </a:custGeom>
            <a:noFill/>
            <a:ln w="6480">
              <a:solidFill>
                <a:srgbClr val="ebe6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47" name="object 4" descr=""/>
            <p:cNvPicPr/>
            <p:nvPr/>
          </p:nvPicPr>
          <p:blipFill>
            <a:blip r:embed="rId1"/>
            <a:stretch/>
          </p:blipFill>
          <p:spPr>
            <a:xfrm>
              <a:off x="799920" y="371520"/>
              <a:ext cx="5303520" cy="61146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48" name="object 5" descr=""/>
            <p:cNvPicPr/>
            <p:nvPr/>
          </p:nvPicPr>
          <p:blipFill>
            <a:blip r:embed="rId2"/>
            <a:stretch/>
          </p:blipFill>
          <p:spPr>
            <a:xfrm>
              <a:off x="2114640" y="504720"/>
              <a:ext cx="2676240" cy="584784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49" name="CustomShape 3"/>
          <p:cNvSpPr/>
          <p:nvPr/>
        </p:nvSpPr>
        <p:spPr>
          <a:xfrm>
            <a:off x="11696760" y="384480"/>
            <a:ext cx="139320" cy="56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vert="vert" rot="5400000">
            <a:noAutofit/>
          </a:bodyPr>
          <a:p>
            <a:pPr marL="12600">
              <a:lnSpc>
                <a:spcPts val="995"/>
              </a:lnSpc>
            </a:pPr>
            <a:r>
              <a:rPr b="0" lang="ru-RU" sz="900" spc="-26" strike="noStrike">
                <a:solidFill>
                  <a:srgbClr val="ebe6d7"/>
                </a:solidFill>
                <a:latin typeface="Arial"/>
              </a:rPr>
              <a:t>10/26/2026</a:t>
            </a:r>
            <a:endParaRPr b="0" lang="ru-RU" sz="900" spc="-1" strike="noStrike">
              <a:latin typeface="Arial"/>
            </a:endParaRPr>
          </a:p>
        </p:txBody>
      </p:sp>
      <p:sp>
        <p:nvSpPr>
          <p:cNvPr id="250" name="TextShape 4"/>
          <p:cNvSpPr txBox="1"/>
          <p:nvPr/>
        </p:nvSpPr>
        <p:spPr>
          <a:xfrm>
            <a:off x="6684480" y="995400"/>
            <a:ext cx="4160160" cy="1222560"/>
          </a:xfrm>
          <a:prstGeom prst="rect">
            <a:avLst/>
          </a:prstGeom>
          <a:noFill/>
          <a:ln>
            <a:noFill/>
          </a:ln>
        </p:spPr>
        <p:txBody>
          <a:bodyPr lIns="0" rIns="0" tIns="7560" bIns="0">
            <a:spAutoFit/>
          </a:bodyPr>
          <a:p>
            <a:pPr marL="12600">
              <a:lnSpc>
                <a:spcPct val="101000"/>
              </a:lnSpc>
              <a:spcBef>
                <a:spcPts val="60"/>
              </a:spcBef>
            </a:pPr>
            <a:r>
              <a:rPr b="0" lang="ru-RU" sz="3950" spc="-46" strike="noStrike">
                <a:solidFill>
                  <a:srgbClr val="ebe6d7"/>
                </a:solidFill>
                <a:latin typeface="Arial"/>
              </a:rPr>
              <a:t>ГЛАВНЫЙ</a:t>
            </a:r>
            <a:r>
              <a:rPr b="0" lang="ru-RU" sz="3950" spc="-22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3950" spc="-106" strike="noStrike">
                <a:solidFill>
                  <a:srgbClr val="ebe6d7"/>
                </a:solidFill>
                <a:latin typeface="Arial"/>
              </a:rPr>
              <a:t>ЭКРАН </a:t>
            </a:r>
            <a:r>
              <a:rPr b="0" lang="ru-RU" sz="3950" spc="-145" strike="noStrike">
                <a:solidFill>
                  <a:srgbClr val="ebe6d7"/>
                </a:solidFill>
                <a:latin typeface="Arial"/>
              </a:rPr>
              <a:t>ПОИСК</a:t>
            </a:r>
            <a:r>
              <a:rPr b="0" lang="ru-RU" sz="3950" spc="-9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3950" spc="-1" strike="noStrike">
                <a:solidFill>
                  <a:srgbClr val="ebe6d7"/>
                </a:solidFill>
                <a:latin typeface="Arial"/>
              </a:rPr>
              <a:t>И</a:t>
            </a:r>
            <a:r>
              <a:rPr b="0" lang="ru-RU" sz="3950" spc="-100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3950" spc="-21" strike="noStrike">
                <a:solidFill>
                  <a:srgbClr val="ebe6d7"/>
                </a:solidFill>
                <a:latin typeface="Arial"/>
              </a:rPr>
              <a:t>БАЗА</a:t>
            </a:r>
            <a:endParaRPr b="0" lang="ru-RU" sz="3950" spc="-1" strike="noStrike">
              <a:latin typeface="Calibri"/>
            </a:endParaRPr>
          </a:p>
        </p:txBody>
      </p:sp>
      <p:sp>
        <p:nvSpPr>
          <p:cNvPr id="251" name="CustomShape 5"/>
          <p:cNvSpPr/>
          <p:nvPr/>
        </p:nvSpPr>
        <p:spPr>
          <a:xfrm>
            <a:off x="6684480" y="3642120"/>
            <a:ext cx="4099320" cy="2320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640" bIns="0">
            <a:spAutoFit/>
          </a:bodyPr>
          <a:p>
            <a:pPr marL="12600">
              <a:lnSpc>
                <a:spcPct val="140000"/>
              </a:lnSpc>
              <a:spcBef>
                <a:spcPts val="139"/>
              </a:spcBef>
            </a:pPr>
            <a:r>
              <a:rPr b="0" lang="ru-RU" sz="1800" spc="-12" strike="noStrike">
                <a:solidFill>
                  <a:srgbClr val="ebe6d7"/>
                </a:solidFill>
                <a:latin typeface="Arial"/>
              </a:rPr>
              <a:t>Экран</a:t>
            </a:r>
            <a:r>
              <a:rPr b="0" lang="ru-RU" sz="1800" spc="-41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оснащен</a:t>
            </a:r>
            <a:r>
              <a:rPr b="0" lang="ru-RU" sz="1800" spc="-35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21" strike="noStrike">
                <a:solidFill>
                  <a:srgbClr val="ebe6d7"/>
                </a:solidFill>
                <a:latin typeface="Arial"/>
              </a:rPr>
              <a:t>полем</a:t>
            </a:r>
            <a:r>
              <a:rPr b="0" lang="ru-RU" sz="1800" spc="-3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поиска</a:t>
            </a:r>
            <a:r>
              <a:rPr b="0" lang="ru-RU" sz="1800" spc="-46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52" strike="noStrike">
                <a:solidFill>
                  <a:srgbClr val="ebe6d7"/>
                </a:solidFill>
                <a:latin typeface="Arial"/>
              </a:rPr>
              <a:t>и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кнопкой</a:t>
            </a:r>
            <a:r>
              <a:rPr b="0" lang="ru-RU" sz="1800" spc="63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21" strike="noStrike">
                <a:solidFill>
                  <a:srgbClr val="ebe6d7"/>
                </a:solidFill>
                <a:latin typeface="Arial"/>
              </a:rPr>
              <a:t>запроса.</a:t>
            </a:r>
            <a:r>
              <a:rPr b="0" lang="ru-RU" sz="1800" spc="3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При</a:t>
            </a:r>
            <a:r>
              <a:rPr b="0" lang="ru-RU" sz="1800" spc="5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вводе</a:t>
            </a:r>
            <a:r>
              <a:rPr b="0" lang="ru-RU" sz="1800" spc="3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2" strike="noStrike">
                <a:solidFill>
                  <a:srgbClr val="ebe6d7"/>
                </a:solidFill>
                <a:latin typeface="Arial"/>
              </a:rPr>
              <a:t>названия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приложения</a:t>
            </a:r>
            <a:r>
              <a:rPr b="0" lang="ru-RU" sz="1800" spc="-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отправляет </a:t>
            </a:r>
            <a:r>
              <a:rPr b="0" lang="ru-RU" sz="1800" spc="-100" strike="noStrike">
                <a:solidFill>
                  <a:srgbClr val="ebe6d7"/>
                </a:solidFill>
                <a:latin typeface="Arial"/>
              </a:rPr>
              <a:t>GET-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запрос</a:t>
            </a:r>
            <a:r>
              <a:rPr b="0" lang="ru-RU" sz="1800" spc="4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77" strike="noStrike">
                <a:solidFill>
                  <a:srgbClr val="ebe6d7"/>
                </a:solidFill>
                <a:latin typeface="Arial"/>
              </a:rPr>
              <a:t>к </a:t>
            </a:r>
            <a:r>
              <a:rPr b="0" lang="ru-RU" sz="1800" spc="-131" strike="noStrike">
                <a:solidFill>
                  <a:srgbClr val="ebe6d7"/>
                </a:solidFill>
                <a:latin typeface="Arial"/>
              </a:rPr>
              <a:t>OMDb</a:t>
            </a:r>
            <a:r>
              <a:rPr b="0" lang="ru-RU" sz="1800" spc="-15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46" strike="noStrike">
                <a:solidFill>
                  <a:srgbClr val="ebe6d7"/>
                </a:solidFill>
                <a:latin typeface="Arial"/>
              </a:rPr>
              <a:t>API.</a:t>
            </a:r>
            <a:r>
              <a:rPr b="0" lang="ru-RU" sz="1800" spc="-80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2" strike="noStrike">
                <a:solidFill>
                  <a:srgbClr val="ebe6d7"/>
                </a:solidFill>
                <a:latin typeface="Arial"/>
              </a:rPr>
              <a:t>Полученные</a:t>
            </a:r>
            <a:r>
              <a:rPr b="0" lang="ru-RU" sz="1800" spc="-46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2" strike="noStrike">
                <a:solidFill>
                  <a:srgbClr val="ebe6d7"/>
                </a:solidFill>
                <a:latin typeface="Arial"/>
              </a:rPr>
              <a:t>данные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отображаются</a:t>
            </a:r>
            <a:r>
              <a:rPr b="0" lang="ru-RU" sz="1800" spc="5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в</a:t>
            </a:r>
            <a:r>
              <a:rPr b="0" lang="ru-RU" sz="1800" spc="5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списке</a:t>
            </a:r>
            <a:r>
              <a:rPr b="0" lang="ru-RU" sz="1800" spc="5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52" strike="noStrike">
                <a:solidFill>
                  <a:srgbClr val="ebe6d7"/>
                </a:solidFill>
                <a:latin typeface="Arial"/>
              </a:rPr>
              <a:t>и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сохраняются</a:t>
            </a:r>
            <a:r>
              <a:rPr b="0" lang="ru-RU" sz="1800" spc="-3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в</a:t>
            </a:r>
            <a:r>
              <a:rPr b="0" lang="ru-RU" sz="1800" spc="9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базу</a:t>
            </a:r>
            <a:r>
              <a:rPr b="0" lang="ru-RU" sz="1800" spc="-1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rgbClr val="ebe6d7"/>
                </a:solidFill>
                <a:latin typeface="Arial"/>
              </a:rPr>
              <a:t>данных</a:t>
            </a:r>
            <a:r>
              <a:rPr b="0" lang="ru-RU" sz="1800" spc="-35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800" spc="-12" strike="noStrike">
                <a:solidFill>
                  <a:srgbClr val="ebe6d7"/>
                </a:solidFill>
                <a:latin typeface="Arial"/>
              </a:rPr>
              <a:t>Room.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252" name="TextShape 6"/>
          <p:cNvSpPr txBox="1"/>
          <p:nvPr/>
        </p:nvSpPr>
        <p:spPr>
          <a:xfrm>
            <a:off x="332280" y="6435720"/>
            <a:ext cx="249840" cy="3977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spAutoFit/>
          </a:bodyPr>
          <a:p>
            <a:pPr marL="41760">
              <a:lnSpc>
                <a:spcPts val="995"/>
              </a:lnSpc>
            </a:pPr>
            <a:fld id="{45178072-3C21-4F07-8F86-10E6D7A50EBE}" type="slidenum">
              <a:rPr b="0" lang="ru-RU" sz="900" spc="-26" strike="noStrike">
                <a:solidFill>
                  <a:srgbClr val="ebe6d7"/>
                </a:solidFill>
                <a:latin typeface="Arial"/>
              </a:rPr>
              <a:t>&lt;number&gt;</a:t>
            </a:fld>
            <a:endParaRPr b="0" lang="ru-RU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roup 1"/>
          <p:cNvGrpSpPr/>
          <p:nvPr/>
        </p:nvGrpSpPr>
        <p:grpSpPr>
          <a:xfrm>
            <a:off x="804960" y="2657520"/>
            <a:ext cx="10584000" cy="3796200"/>
            <a:chOff x="804960" y="2657520"/>
            <a:chExt cx="10584000" cy="3796200"/>
          </a:xfrm>
        </p:grpSpPr>
        <p:sp>
          <p:nvSpPr>
            <p:cNvPr id="254" name="CustomShape 2"/>
            <p:cNvSpPr/>
            <p:nvPr/>
          </p:nvSpPr>
          <p:spPr>
            <a:xfrm>
              <a:off x="804960" y="6453360"/>
              <a:ext cx="10584000" cy="360"/>
            </a:xfrm>
            <a:custGeom>
              <a:avLst/>
              <a:gdLst/>
              <a:ahLst/>
              <a:rect l="l" t="t" r="r" b="b"/>
              <a:pathLst>
                <a:path w="10584180" h="0">
                  <a:moveTo>
                    <a:pt x="0" y="0"/>
                  </a:moveTo>
                  <a:lnTo>
                    <a:pt x="10584116" y="0"/>
                  </a:lnTo>
                </a:path>
              </a:pathLst>
            </a:custGeom>
            <a:noFill/>
            <a:ln w="6480">
              <a:solidFill>
                <a:srgbClr val="ebe6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55" name="object 4" descr=""/>
            <p:cNvPicPr/>
            <p:nvPr/>
          </p:nvPicPr>
          <p:blipFill>
            <a:blip r:embed="rId1"/>
            <a:stretch/>
          </p:blipFill>
          <p:spPr>
            <a:xfrm>
              <a:off x="6810480" y="2657520"/>
              <a:ext cx="3693960" cy="246672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56" name="CustomShape 3"/>
          <p:cNvSpPr/>
          <p:nvPr/>
        </p:nvSpPr>
        <p:spPr>
          <a:xfrm>
            <a:off x="11696760" y="384480"/>
            <a:ext cx="139320" cy="56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vert="vert" rot="5400000">
            <a:noAutofit/>
          </a:bodyPr>
          <a:p>
            <a:pPr marL="12600">
              <a:lnSpc>
                <a:spcPts val="995"/>
              </a:lnSpc>
            </a:pPr>
            <a:r>
              <a:rPr b="0" lang="ru-RU" sz="900" spc="-26" strike="noStrike">
                <a:solidFill>
                  <a:srgbClr val="ebe6d7"/>
                </a:solidFill>
                <a:latin typeface="Arial"/>
              </a:rPr>
              <a:t>10/26/2026</a:t>
            </a:r>
            <a:endParaRPr b="0" lang="ru-RU" sz="900" spc="-1" strike="noStrike">
              <a:latin typeface="Arial"/>
            </a:endParaRPr>
          </a:p>
        </p:txBody>
      </p:sp>
      <p:sp>
        <p:nvSpPr>
          <p:cNvPr id="257" name="TextShape 4"/>
          <p:cNvSpPr txBox="1"/>
          <p:nvPr/>
        </p:nvSpPr>
        <p:spPr>
          <a:xfrm>
            <a:off x="1617840" y="739080"/>
            <a:ext cx="9226800" cy="1550520"/>
          </a:xfrm>
          <a:prstGeom prst="rect">
            <a:avLst/>
          </a:prstGeom>
          <a:noFill/>
          <a:ln>
            <a:noFill/>
          </a:ln>
        </p:spPr>
        <p:txBody>
          <a:bodyPr lIns="0" rIns="0" tIns="405360" bIns="0">
            <a:spAutoFit/>
          </a:bodyPr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ru-RU" sz="3950" spc="-282" strike="noStrike">
                <a:solidFill>
                  <a:srgbClr val="ebe6d7"/>
                </a:solidFill>
                <a:latin typeface="Arial"/>
              </a:rPr>
              <a:t>РАБОТА</a:t>
            </a:r>
            <a:r>
              <a:rPr b="0" lang="ru-RU" sz="3950" spc="4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3950" spc="-401" strike="noStrike">
                <a:solidFill>
                  <a:srgbClr val="ebe6d7"/>
                </a:solidFill>
                <a:latin typeface="Arial"/>
              </a:rPr>
              <a:t>С</a:t>
            </a:r>
            <a:r>
              <a:rPr b="0" lang="ru-RU" sz="3950" spc="-1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3950" spc="-111" strike="noStrike">
                <a:solidFill>
                  <a:srgbClr val="ebe6d7"/>
                </a:solidFill>
                <a:latin typeface="Arial"/>
              </a:rPr>
              <a:t>БАЗОЙ</a:t>
            </a:r>
            <a:r>
              <a:rPr b="0" lang="ru-RU" sz="3950" spc="-114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3950" spc="-80" strike="noStrike">
                <a:solidFill>
                  <a:srgbClr val="ebe6d7"/>
                </a:solidFill>
                <a:latin typeface="Arial"/>
              </a:rPr>
              <a:t>ДАННЫХ</a:t>
            </a:r>
            <a:endParaRPr b="0" lang="ru-RU" sz="3950" spc="-1" strike="noStrike">
              <a:latin typeface="Calibri"/>
            </a:endParaRPr>
          </a:p>
        </p:txBody>
      </p:sp>
      <p:sp>
        <p:nvSpPr>
          <p:cNvPr id="258" name="CustomShape 5"/>
          <p:cNvSpPr/>
          <p:nvPr/>
        </p:nvSpPr>
        <p:spPr>
          <a:xfrm>
            <a:off x="1617840" y="2489760"/>
            <a:ext cx="4441320" cy="30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1280" bIns="0">
            <a:spAutoFit/>
          </a:bodyPr>
          <a:p>
            <a:pPr marL="12600">
              <a:lnSpc>
                <a:spcPct val="100000"/>
              </a:lnSpc>
              <a:spcBef>
                <a:spcPts val="561"/>
              </a:spcBef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Для</a:t>
            </a:r>
            <a:r>
              <a:rPr b="0" lang="ru-RU" sz="1550" spc="12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хранения</a:t>
            </a:r>
            <a:r>
              <a:rPr b="0" lang="ru-RU" sz="1550" spc="20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списка</a:t>
            </a:r>
            <a:endParaRPr b="0" lang="ru-RU" sz="155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65"/>
              </a:spcBef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фильмов</a:t>
            </a:r>
            <a:r>
              <a:rPr b="0" lang="ru-RU" sz="1550" spc="18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используется</a:t>
            </a:r>
            <a:r>
              <a:rPr b="0" lang="ru-RU" sz="1550" spc="14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библиотека</a:t>
            </a:r>
            <a:r>
              <a:rPr b="0" lang="ru-RU" sz="1550" spc="20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Room.</a:t>
            </a:r>
            <a:endParaRPr b="0" lang="ru-RU" sz="155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94"/>
              </a:spcBef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Реализован</a:t>
            </a:r>
            <a:r>
              <a:rPr b="0" lang="ru-RU" sz="1550" spc="111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полный</a:t>
            </a:r>
            <a:r>
              <a:rPr b="0" lang="ru-RU" sz="1550" spc="12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58" strike="noStrike">
                <a:solidFill>
                  <a:srgbClr val="ebe6d7"/>
                </a:solidFill>
                <a:latin typeface="Arial"/>
              </a:rPr>
              <a:t>цикл</a:t>
            </a:r>
            <a:r>
              <a:rPr b="0" lang="ru-RU" sz="1550" spc="134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46" strike="noStrike">
                <a:solidFill>
                  <a:srgbClr val="ebe6d7"/>
                </a:solidFill>
                <a:latin typeface="Arial"/>
              </a:rPr>
              <a:t>CRUD-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операций:</a:t>
            </a:r>
            <a:endParaRPr b="0" lang="ru-RU" sz="1550" spc="-1" strike="noStrike">
              <a:latin typeface="Arial"/>
            </a:endParaRPr>
          </a:p>
          <a:p>
            <a:pPr marL="298440" indent="-285480">
              <a:lnSpc>
                <a:spcPct val="121000"/>
              </a:lnSpc>
              <a:spcBef>
                <a:spcPts val="1131"/>
              </a:spcBef>
              <a:buClr>
                <a:srgbClr val="ebe6d7"/>
              </a:buClr>
              <a:buFont typeface="Symbol" charset="2"/>
              <a:buChar char=""/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Добавление:</a:t>
            </a:r>
            <a:r>
              <a:rPr b="0" lang="ru-RU" sz="1550" spc="5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Сохранение</a:t>
            </a:r>
            <a:r>
              <a:rPr b="0" lang="ru-RU" sz="1550" spc="7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нового</a:t>
            </a:r>
            <a:r>
              <a:rPr b="0" lang="ru-RU" sz="1550" spc="111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фильма</a:t>
            </a:r>
            <a:r>
              <a:rPr b="0" lang="ru-RU" sz="1550" spc="109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26" strike="noStrike">
                <a:solidFill>
                  <a:srgbClr val="ebe6d7"/>
                </a:solidFill>
                <a:latin typeface="Arial"/>
              </a:rPr>
              <a:t>из </a:t>
            </a:r>
            <a:r>
              <a:rPr b="0" lang="ru-RU" sz="1550" spc="-21" strike="noStrike">
                <a:solidFill>
                  <a:srgbClr val="ebe6d7"/>
                </a:solidFill>
                <a:latin typeface="Arial"/>
              </a:rPr>
              <a:t>API.</a:t>
            </a:r>
            <a:endParaRPr b="0" lang="ru-RU" sz="1550" spc="-1" strike="noStrike">
              <a:latin typeface="Arial"/>
            </a:endParaRPr>
          </a:p>
          <a:p>
            <a:pPr marL="297720" indent="-284760">
              <a:lnSpc>
                <a:spcPct val="100000"/>
              </a:lnSpc>
              <a:spcBef>
                <a:spcPts val="1446"/>
              </a:spcBef>
              <a:buClr>
                <a:srgbClr val="ebe6d7"/>
              </a:buClr>
              <a:buFont typeface="Symbol" charset="2"/>
              <a:buChar char=""/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Редактирование:</a:t>
            </a:r>
            <a:r>
              <a:rPr b="0" lang="ru-RU" sz="1550" spc="26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Изменение</a:t>
            </a:r>
            <a:r>
              <a:rPr b="0" lang="ru-RU" sz="1550" spc="199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названия</a:t>
            </a:r>
            <a:r>
              <a:rPr b="0" lang="ru-RU" sz="1550" spc="299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26" strike="noStrike">
                <a:solidFill>
                  <a:srgbClr val="ebe6d7"/>
                </a:solidFill>
                <a:latin typeface="Arial"/>
              </a:rPr>
              <a:t>или</a:t>
            </a:r>
            <a:endParaRPr b="0" lang="ru-RU" sz="1550" spc="-1" strike="noStrike">
              <a:latin typeface="Arial"/>
            </a:endParaRPr>
          </a:p>
          <a:p>
            <a:pPr marL="298440">
              <a:lnSpc>
                <a:spcPct val="100000"/>
              </a:lnSpc>
              <a:spcBef>
                <a:spcPts val="471"/>
              </a:spcBef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года</a:t>
            </a:r>
            <a:r>
              <a:rPr b="0" lang="ru-RU" sz="1550" spc="233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через</a:t>
            </a:r>
            <a:r>
              <a:rPr b="0" lang="ru-RU" sz="1550" spc="174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диалоговое</a:t>
            </a:r>
            <a:r>
              <a:rPr b="0" lang="ru-RU" sz="1550" spc="18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21" strike="noStrike">
                <a:solidFill>
                  <a:srgbClr val="ebe6d7"/>
                </a:solidFill>
                <a:latin typeface="Arial"/>
              </a:rPr>
              <a:t>окно.</a:t>
            </a:r>
            <a:endParaRPr b="0" lang="ru-RU" sz="1550" spc="-1" strike="noStrike">
              <a:latin typeface="Arial"/>
            </a:endParaRPr>
          </a:p>
          <a:p>
            <a:pPr marL="298440" indent="-285480">
              <a:lnSpc>
                <a:spcPct val="125000"/>
              </a:lnSpc>
              <a:spcBef>
                <a:spcPts val="969"/>
              </a:spcBef>
              <a:buClr>
                <a:srgbClr val="ebe6d7"/>
              </a:buClr>
              <a:buFont typeface="Symbol" charset="2"/>
              <a:buChar char=""/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Удаление:</a:t>
            </a:r>
            <a:r>
              <a:rPr b="0" lang="ru-RU" sz="1550" spc="49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Удаление</a:t>
            </a:r>
            <a:r>
              <a:rPr b="0" lang="ru-RU" sz="1550" spc="63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фильма</a:t>
            </a:r>
            <a:r>
              <a:rPr b="0" lang="ru-RU" sz="1550" spc="49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26" strike="noStrike">
                <a:solidFill>
                  <a:srgbClr val="ebe6d7"/>
                </a:solidFill>
                <a:latin typeface="Arial"/>
              </a:rPr>
              <a:t>из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личной</a:t>
            </a:r>
            <a:r>
              <a:rPr b="0" lang="ru-RU" sz="1550" spc="143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базы</a:t>
            </a:r>
            <a:r>
              <a:rPr b="0" lang="ru-RU" sz="1550" spc="109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38" strike="noStrike">
                <a:solidFill>
                  <a:srgbClr val="ebe6d7"/>
                </a:solidFill>
                <a:latin typeface="Arial"/>
              </a:rPr>
              <a:t>кнопкой.</a:t>
            </a:r>
            <a:endParaRPr b="0" lang="ru-RU" sz="1550" spc="-1" strike="noStrike">
              <a:latin typeface="Arial"/>
            </a:endParaRPr>
          </a:p>
        </p:txBody>
      </p:sp>
      <p:sp>
        <p:nvSpPr>
          <p:cNvPr id="259" name="TextShape 6"/>
          <p:cNvSpPr txBox="1"/>
          <p:nvPr/>
        </p:nvSpPr>
        <p:spPr>
          <a:xfrm>
            <a:off x="332280" y="6435720"/>
            <a:ext cx="249840" cy="3977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spAutoFit/>
          </a:bodyPr>
          <a:p>
            <a:pPr marL="41760">
              <a:lnSpc>
                <a:spcPts val="995"/>
              </a:lnSpc>
            </a:pPr>
            <a:fld id="{DA3922BC-83DA-47F5-A9A0-78201ADA7F29}" type="slidenum">
              <a:rPr b="0" lang="ru-RU" sz="900" spc="-26" strike="noStrike">
                <a:solidFill>
                  <a:srgbClr val="ebe6d7"/>
                </a:solidFill>
                <a:latin typeface="Arial"/>
              </a:rPr>
              <a:t>&lt;number&gt;</a:t>
            </a:fld>
            <a:endParaRPr b="0" lang="ru-RU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roup 1"/>
          <p:cNvGrpSpPr/>
          <p:nvPr/>
        </p:nvGrpSpPr>
        <p:grpSpPr>
          <a:xfrm>
            <a:off x="804960" y="2486160"/>
            <a:ext cx="10584000" cy="3967560"/>
            <a:chOff x="804960" y="2486160"/>
            <a:chExt cx="10584000" cy="3967560"/>
          </a:xfrm>
        </p:grpSpPr>
        <p:sp>
          <p:nvSpPr>
            <p:cNvPr id="261" name="CustomShape 2"/>
            <p:cNvSpPr/>
            <p:nvPr/>
          </p:nvSpPr>
          <p:spPr>
            <a:xfrm>
              <a:off x="804960" y="6453360"/>
              <a:ext cx="10584000" cy="360"/>
            </a:xfrm>
            <a:custGeom>
              <a:avLst/>
              <a:gdLst/>
              <a:ahLst/>
              <a:rect l="l" t="t" r="r" b="b"/>
              <a:pathLst>
                <a:path w="10584180" h="0">
                  <a:moveTo>
                    <a:pt x="0" y="0"/>
                  </a:moveTo>
                  <a:lnTo>
                    <a:pt x="10584116" y="0"/>
                  </a:lnTo>
                </a:path>
              </a:pathLst>
            </a:custGeom>
            <a:noFill/>
            <a:ln w="6480">
              <a:solidFill>
                <a:srgbClr val="ebe6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62" name="object 4" descr=""/>
            <p:cNvPicPr/>
            <p:nvPr/>
          </p:nvPicPr>
          <p:blipFill>
            <a:blip r:embed="rId1"/>
            <a:stretch/>
          </p:blipFill>
          <p:spPr>
            <a:xfrm>
              <a:off x="7305840" y="2486160"/>
              <a:ext cx="3047760" cy="312372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63" name="CustomShape 3"/>
          <p:cNvSpPr/>
          <p:nvPr/>
        </p:nvSpPr>
        <p:spPr>
          <a:xfrm>
            <a:off x="11696760" y="384480"/>
            <a:ext cx="139320" cy="56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vert="vert" rot="5400000">
            <a:noAutofit/>
          </a:bodyPr>
          <a:p>
            <a:pPr marL="12600">
              <a:lnSpc>
                <a:spcPts val="995"/>
              </a:lnSpc>
            </a:pPr>
            <a:r>
              <a:rPr b="0" lang="ru-RU" sz="900" spc="-26" strike="noStrike">
                <a:solidFill>
                  <a:srgbClr val="ebe6d7"/>
                </a:solidFill>
                <a:latin typeface="Arial"/>
              </a:rPr>
              <a:t>10/26/2026</a:t>
            </a:r>
            <a:endParaRPr b="0" lang="ru-RU" sz="900" spc="-1" strike="noStrike">
              <a:latin typeface="Arial"/>
            </a:endParaRPr>
          </a:p>
        </p:txBody>
      </p:sp>
      <p:sp>
        <p:nvSpPr>
          <p:cNvPr id="264" name="TextShape 4"/>
          <p:cNvSpPr txBox="1"/>
          <p:nvPr/>
        </p:nvSpPr>
        <p:spPr>
          <a:xfrm>
            <a:off x="1617840" y="739080"/>
            <a:ext cx="9226800" cy="1550520"/>
          </a:xfrm>
          <a:prstGeom prst="rect">
            <a:avLst/>
          </a:prstGeom>
          <a:noFill/>
          <a:ln>
            <a:noFill/>
          </a:ln>
        </p:spPr>
        <p:txBody>
          <a:bodyPr lIns="0" rIns="0" tIns="405360" bIns="0">
            <a:spAutoFit/>
          </a:bodyPr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ru-RU" sz="3950" spc="-185" strike="noStrike">
                <a:solidFill>
                  <a:srgbClr val="ebe6d7"/>
                </a:solidFill>
                <a:latin typeface="Arial"/>
              </a:rPr>
              <a:t>ИНТЕРФЕЙС</a:t>
            </a:r>
            <a:r>
              <a:rPr b="0" lang="ru-RU" sz="3950" spc="-7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3950" spc="-1" strike="noStrike">
                <a:solidFill>
                  <a:srgbClr val="ebe6d7"/>
                </a:solidFill>
                <a:latin typeface="Arial"/>
              </a:rPr>
              <a:t>И</a:t>
            </a:r>
            <a:r>
              <a:rPr b="0" lang="ru-RU" sz="3950" spc="-5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3950" spc="-100" strike="noStrike">
                <a:solidFill>
                  <a:srgbClr val="ebe6d7"/>
                </a:solidFill>
                <a:latin typeface="Arial"/>
              </a:rPr>
              <a:t>СТИЛИЗАЦИЯ</a:t>
            </a:r>
            <a:endParaRPr b="0" lang="ru-RU" sz="3950" spc="-1" strike="noStrike">
              <a:latin typeface="Calibri"/>
            </a:endParaRPr>
          </a:p>
        </p:txBody>
      </p:sp>
      <p:sp>
        <p:nvSpPr>
          <p:cNvPr id="265" name="CustomShape 5"/>
          <p:cNvSpPr/>
          <p:nvPr/>
        </p:nvSpPr>
        <p:spPr>
          <a:xfrm>
            <a:off x="1617840" y="2489760"/>
            <a:ext cx="4179960" cy="2575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>
            <a:spAutoFit/>
          </a:bodyPr>
          <a:p>
            <a:pPr marL="12600">
              <a:lnSpc>
                <a:spcPct val="125000"/>
              </a:lnSpc>
              <a:spcBef>
                <a:spcPts val="96"/>
              </a:spcBef>
            </a:pPr>
            <a:r>
              <a:rPr b="0" lang="ru-RU" sz="1550" spc="9" strike="noStrike">
                <a:solidFill>
                  <a:srgbClr val="ebe6d7"/>
                </a:solidFill>
                <a:latin typeface="Arial"/>
              </a:rPr>
              <a:t>Приложение</a:t>
            </a:r>
            <a:r>
              <a:rPr b="0" lang="ru-RU" sz="1550" spc="253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9" strike="noStrike">
                <a:solidFill>
                  <a:srgbClr val="ebe6d7"/>
                </a:solidFill>
                <a:latin typeface="Arial"/>
              </a:rPr>
              <a:t>полностью</a:t>
            </a:r>
            <a:r>
              <a:rPr b="0" lang="ru-RU" sz="1550" spc="18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9" strike="noStrike">
                <a:solidFill>
                  <a:srgbClr val="ebe6d7"/>
                </a:solidFill>
                <a:latin typeface="Arial"/>
              </a:rPr>
              <a:t>кастомизировано</a:t>
            </a:r>
            <a:r>
              <a:rPr b="0" lang="ru-RU" sz="1550" spc="16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52" strike="noStrike">
                <a:solidFill>
                  <a:srgbClr val="ebe6d7"/>
                </a:solidFill>
                <a:latin typeface="Arial"/>
              </a:rPr>
              <a:t>в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соответствии</a:t>
            </a:r>
            <a:r>
              <a:rPr b="0" lang="ru-RU" sz="1550" spc="304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с</a:t>
            </a:r>
            <a:r>
              <a:rPr b="0" lang="ru-RU" sz="1550" spc="253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тематикой</a:t>
            </a:r>
            <a:r>
              <a:rPr b="0" lang="ru-RU" sz="1550" spc="180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21" strike="noStrike">
                <a:solidFill>
                  <a:srgbClr val="ebe6d7"/>
                </a:solidFill>
                <a:latin typeface="Arial"/>
              </a:rPr>
              <a:t>кино:</a:t>
            </a:r>
            <a:endParaRPr b="0" lang="ru-RU" sz="1550" spc="-1" strike="noStrike">
              <a:latin typeface="Arial"/>
            </a:endParaRPr>
          </a:p>
          <a:p>
            <a:pPr marL="297720" indent="-284760">
              <a:lnSpc>
                <a:spcPct val="100000"/>
              </a:lnSpc>
              <a:spcBef>
                <a:spcPts val="1446"/>
              </a:spcBef>
              <a:buClr>
                <a:srgbClr val="ebe6d7"/>
              </a:buClr>
              <a:buFont typeface="Symbol" charset="2"/>
              <a:buChar char=""/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Установлена</a:t>
            </a:r>
            <a:r>
              <a:rPr b="0" lang="ru-RU" sz="1550" spc="24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уникальная</a:t>
            </a:r>
            <a:r>
              <a:rPr b="0" lang="ru-RU" sz="1550" spc="273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32" strike="noStrike">
                <a:solidFill>
                  <a:srgbClr val="ebe6d7"/>
                </a:solidFill>
                <a:latin typeface="Arial"/>
              </a:rPr>
              <a:t>иконка.</a:t>
            </a:r>
            <a:endParaRPr b="0" lang="ru-RU" sz="1550" spc="-1" strike="noStrike">
              <a:latin typeface="Arial"/>
            </a:endParaRPr>
          </a:p>
          <a:p>
            <a:pPr marL="297720" indent="-284760">
              <a:lnSpc>
                <a:spcPct val="100000"/>
              </a:lnSpc>
              <a:spcBef>
                <a:spcPts val="1446"/>
              </a:spcBef>
              <a:buClr>
                <a:srgbClr val="ebe6d7"/>
              </a:buClr>
              <a:buFont typeface="Symbol" charset="2"/>
              <a:buChar char=""/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Настроена</a:t>
            </a:r>
            <a:r>
              <a:rPr b="0" lang="ru-RU" sz="1550" spc="154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цветовая</a:t>
            </a:r>
            <a:r>
              <a:rPr b="0" lang="ru-RU" sz="1550" spc="180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палитра.</a:t>
            </a:r>
            <a:endParaRPr b="0" lang="ru-RU" sz="1550" spc="-1" strike="noStrike">
              <a:latin typeface="Arial"/>
            </a:endParaRPr>
          </a:p>
          <a:p>
            <a:pPr marL="297720" indent="-284760">
              <a:lnSpc>
                <a:spcPct val="100000"/>
              </a:lnSpc>
              <a:spcBef>
                <a:spcPts val="1446"/>
              </a:spcBef>
              <a:buClr>
                <a:srgbClr val="ebe6d7"/>
              </a:buClr>
              <a:buFont typeface="Symbol" charset="2"/>
              <a:buChar char=""/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Название</a:t>
            </a:r>
            <a:r>
              <a:rPr b="0" lang="ru-RU" sz="1550" spc="143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приложения:</a:t>
            </a:r>
            <a:r>
              <a:rPr b="0" lang="ru-RU" sz="1550" spc="15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"База</a:t>
            </a:r>
            <a:r>
              <a:rPr b="0" lang="ru-RU" sz="1550" spc="143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фильмов".</a:t>
            </a:r>
            <a:endParaRPr b="0" lang="ru-RU" sz="1550" spc="-1" strike="noStrike">
              <a:latin typeface="Arial"/>
            </a:endParaRPr>
          </a:p>
          <a:p>
            <a:pPr marL="298440" indent="-285480">
              <a:lnSpc>
                <a:spcPct val="125000"/>
              </a:lnSpc>
              <a:spcBef>
                <a:spcPts val="969"/>
              </a:spcBef>
              <a:buClr>
                <a:srgbClr val="ebe6d7"/>
              </a:buClr>
              <a:buFont typeface="Symbol" charset="2"/>
              <a:buChar char=""/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Предусмотрена</a:t>
            </a:r>
            <a:r>
              <a:rPr b="0" lang="ru-RU" sz="1550" spc="16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49" strike="noStrike">
                <a:solidFill>
                  <a:srgbClr val="ebe6d7"/>
                </a:solidFill>
                <a:latin typeface="Arial"/>
              </a:rPr>
              <a:t>поддержка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портретной</a:t>
            </a:r>
            <a:r>
              <a:rPr b="0" lang="ru-RU" sz="1550" spc="35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ориентации.</a:t>
            </a:r>
            <a:endParaRPr b="0" lang="ru-RU" sz="1550" spc="-1" strike="noStrike">
              <a:latin typeface="Arial"/>
            </a:endParaRPr>
          </a:p>
        </p:txBody>
      </p:sp>
      <p:sp>
        <p:nvSpPr>
          <p:cNvPr id="266" name="TextShape 6"/>
          <p:cNvSpPr txBox="1"/>
          <p:nvPr/>
        </p:nvSpPr>
        <p:spPr>
          <a:xfrm>
            <a:off x="332280" y="6435720"/>
            <a:ext cx="249840" cy="3977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spAutoFit/>
          </a:bodyPr>
          <a:p>
            <a:pPr marL="41760">
              <a:lnSpc>
                <a:spcPts val="995"/>
              </a:lnSpc>
            </a:pPr>
            <a:fld id="{CC0D644F-EF8B-44BF-8AEF-C2898182CE7E}" type="slidenum">
              <a:rPr b="0" lang="ru-RU" sz="900" spc="-26" strike="noStrike">
                <a:solidFill>
                  <a:srgbClr val="ebe6d7"/>
                </a:solidFill>
                <a:latin typeface="Arial"/>
              </a:rPr>
              <a:t>&lt;number&gt;</a:t>
            </a:fld>
            <a:endParaRPr b="0" lang="ru-RU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oup 1"/>
          <p:cNvGrpSpPr/>
          <p:nvPr/>
        </p:nvGrpSpPr>
        <p:grpSpPr>
          <a:xfrm>
            <a:off x="801720" y="4680"/>
            <a:ext cx="10598040" cy="6853320"/>
            <a:chOff x="801720" y="4680"/>
            <a:chExt cx="10598040" cy="6853320"/>
          </a:xfrm>
        </p:grpSpPr>
        <p:sp>
          <p:nvSpPr>
            <p:cNvPr id="268" name="CustomShape 2"/>
            <p:cNvSpPr/>
            <p:nvPr/>
          </p:nvSpPr>
          <p:spPr>
            <a:xfrm>
              <a:off x="801720" y="4680"/>
              <a:ext cx="6120" cy="6853320"/>
            </a:xfrm>
            <a:custGeom>
              <a:avLst/>
              <a:gdLst/>
              <a:ahLst/>
              <a:rect l="l" t="t" r="r" b="b"/>
              <a:pathLst>
                <a:path w="6350" h="6853555">
                  <a:moveTo>
                    <a:pt x="6350" y="0"/>
                  </a:moveTo>
                  <a:lnTo>
                    <a:pt x="0" y="0"/>
                  </a:lnTo>
                  <a:lnTo>
                    <a:pt x="0" y="6853174"/>
                  </a:lnTo>
                  <a:lnTo>
                    <a:pt x="6350" y="6853174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be6d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9" name="CustomShape 3"/>
            <p:cNvSpPr/>
            <p:nvPr/>
          </p:nvSpPr>
          <p:spPr>
            <a:xfrm>
              <a:off x="804960" y="395280"/>
              <a:ext cx="10584000" cy="360"/>
            </a:xfrm>
            <a:custGeom>
              <a:avLst/>
              <a:gdLst/>
              <a:ahLst/>
              <a:rect l="l" t="t" r="r" b="b"/>
              <a:pathLst>
                <a:path w="10584180" h="0">
                  <a:moveTo>
                    <a:pt x="0" y="0"/>
                  </a:moveTo>
                  <a:lnTo>
                    <a:pt x="10584116" y="0"/>
                  </a:lnTo>
                </a:path>
              </a:pathLst>
            </a:custGeom>
            <a:noFill/>
            <a:ln w="6480">
              <a:solidFill>
                <a:srgbClr val="ebe6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0" name="CustomShape 4"/>
            <p:cNvSpPr/>
            <p:nvPr/>
          </p:nvSpPr>
          <p:spPr>
            <a:xfrm>
              <a:off x="11393640" y="4680"/>
              <a:ext cx="6120" cy="6853320"/>
            </a:xfrm>
            <a:custGeom>
              <a:avLst/>
              <a:gdLst/>
              <a:ahLst/>
              <a:rect l="l" t="t" r="r" b="b"/>
              <a:pathLst>
                <a:path w="6350" h="6853555">
                  <a:moveTo>
                    <a:pt x="6350" y="0"/>
                  </a:moveTo>
                  <a:lnTo>
                    <a:pt x="0" y="0"/>
                  </a:lnTo>
                  <a:lnTo>
                    <a:pt x="0" y="6853174"/>
                  </a:lnTo>
                  <a:lnTo>
                    <a:pt x="6350" y="6853174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be6d7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1" name="CustomShape 5"/>
            <p:cNvSpPr/>
            <p:nvPr/>
          </p:nvSpPr>
          <p:spPr>
            <a:xfrm>
              <a:off x="804960" y="6453360"/>
              <a:ext cx="10584000" cy="360"/>
            </a:xfrm>
            <a:custGeom>
              <a:avLst/>
              <a:gdLst/>
              <a:ahLst/>
              <a:rect l="l" t="t" r="r" b="b"/>
              <a:pathLst>
                <a:path w="10584180" h="0">
                  <a:moveTo>
                    <a:pt x="0" y="0"/>
                  </a:moveTo>
                  <a:lnTo>
                    <a:pt x="10584116" y="0"/>
                  </a:lnTo>
                </a:path>
              </a:pathLst>
            </a:custGeom>
            <a:noFill/>
            <a:ln w="6480">
              <a:solidFill>
                <a:srgbClr val="ebe6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72" name="object 7" descr=""/>
            <p:cNvPicPr/>
            <p:nvPr/>
          </p:nvPicPr>
          <p:blipFill>
            <a:blip r:embed="rId1"/>
            <a:stretch/>
          </p:blipFill>
          <p:spPr>
            <a:xfrm>
              <a:off x="804960" y="399960"/>
              <a:ext cx="10583640" cy="301752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73" name="CustomShape 6"/>
          <p:cNvSpPr/>
          <p:nvPr/>
        </p:nvSpPr>
        <p:spPr>
          <a:xfrm>
            <a:off x="11696760" y="384480"/>
            <a:ext cx="139320" cy="56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vert="vert" rot="5400000">
            <a:noAutofit/>
          </a:bodyPr>
          <a:p>
            <a:pPr marL="12600">
              <a:lnSpc>
                <a:spcPts val="995"/>
              </a:lnSpc>
            </a:pPr>
            <a:r>
              <a:rPr b="0" lang="ru-RU" sz="900" spc="-26" strike="noStrike">
                <a:solidFill>
                  <a:srgbClr val="ebe6d7"/>
                </a:solidFill>
                <a:latin typeface="Arial"/>
              </a:rPr>
              <a:t>10/26/2026</a:t>
            </a:r>
            <a:endParaRPr b="0" lang="ru-RU" sz="900" spc="-1" strike="noStrike">
              <a:latin typeface="Arial"/>
            </a:endParaRPr>
          </a:p>
        </p:txBody>
      </p:sp>
      <p:sp>
        <p:nvSpPr>
          <p:cNvPr id="274" name="CustomShape 7"/>
          <p:cNvSpPr/>
          <p:nvPr/>
        </p:nvSpPr>
        <p:spPr>
          <a:xfrm>
            <a:off x="6118560" y="3720240"/>
            <a:ext cx="4088880" cy="60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>
            <a:spAutoFit/>
          </a:bodyPr>
          <a:p>
            <a:pPr marL="298440" indent="-286200">
              <a:lnSpc>
                <a:spcPct val="125000"/>
              </a:lnSpc>
              <a:spcBef>
                <a:spcPts val="91"/>
              </a:spcBef>
              <a:buClr>
                <a:srgbClr val="ebe6d7"/>
              </a:buClr>
              <a:buFont typeface="Symbol" charset="2"/>
              <a:buChar char=""/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Синхронизация</a:t>
            </a:r>
            <a:r>
              <a:rPr b="0" lang="ru-RU" sz="1550" spc="14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личной</a:t>
            </a:r>
            <a:r>
              <a:rPr b="0" lang="ru-RU" sz="1550" spc="123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базы</a:t>
            </a:r>
            <a:r>
              <a:rPr b="0" lang="ru-RU" sz="1550" spc="7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фильмов</a:t>
            </a:r>
            <a:r>
              <a:rPr b="0" lang="ru-RU" sz="1550" spc="109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52" strike="noStrike">
                <a:solidFill>
                  <a:srgbClr val="ebe6d7"/>
                </a:solidFill>
                <a:latin typeface="Arial"/>
              </a:rPr>
              <a:t>с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облачным</a:t>
            </a:r>
            <a:r>
              <a:rPr b="0" lang="ru-RU" sz="1550" spc="7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сервером.</a:t>
            </a:r>
            <a:endParaRPr b="0" lang="ru-RU" sz="1550" spc="-1" strike="noStrike">
              <a:latin typeface="Arial"/>
            </a:endParaRPr>
          </a:p>
        </p:txBody>
      </p:sp>
      <p:sp>
        <p:nvSpPr>
          <p:cNvPr id="275" name="CustomShape 8"/>
          <p:cNvSpPr/>
          <p:nvPr/>
        </p:nvSpPr>
        <p:spPr>
          <a:xfrm>
            <a:off x="1416960" y="4283640"/>
            <a:ext cx="3626640" cy="122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560" bIns="0">
            <a:spAutoFit/>
          </a:bodyPr>
          <a:p>
            <a:pPr marL="12600">
              <a:lnSpc>
                <a:spcPct val="101000"/>
              </a:lnSpc>
              <a:spcBef>
                <a:spcPts val="60"/>
              </a:spcBef>
            </a:pPr>
            <a:r>
              <a:rPr b="0" lang="ru-RU" sz="3950" spc="-171" strike="noStrike">
                <a:solidFill>
                  <a:srgbClr val="ebe6d7"/>
                </a:solidFill>
                <a:latin typeface="Arial"/>
              </a:rPr>
              <a:t>ПЕРСПЕКТИВЫ </a:t>
            </a:r>
            <a:r>
              <a:rPr b="0" lang="ru-RU" sz="3950" spc="-60" strike="noStrike">
                <a:solidFill>
                  <a:srgbClr val="ebe6d7"/>
                </a:solidFill>
                <a:latin typeface="Arial"/>
              </a:rPr>
              <a:t>РАЗВИТИЯ</a:t>
            </a:r>
            <a:endParaRPr b="0" lang="ru-RU" sz="3950" spc="-1" strike="noStrike">
              <a:latin typeface="Arial"/>
            </a:endParaRPr>
          </a:p>
        </p:txBody>
      </p:sp>
      <p:sp>
        <p:nvSpPr>
          <p:cNvPr id="276" name="CustomShape 9"/>
          <p:cNvSpPr/>
          <p:nvPr/>
        </p:nvSpPr>
        <p:spPr>
          <a:xfrm>
            <a:off x="6118560" y="4435560"/>
            <a:ext cx="4479480" cy="88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>
            <a:spAutoFit/>
          </a:bodyPr>
          <a:p>
            <a:pPr marL="298440" indent="-286200">
              <a:lnSpc>
                <a:spcPct val="123000"/>
              </a:lnSpc>
              <a:spcBef>
                <a:spcPts val="130"/>
              </a:spcBef>
              <a:buClr>
                <a:srgbClr val="ebe6d7"/>
              </a:buClr>
              <a:buFont typeface="Symbol" charset="2"/>
              <a:buChar char=""/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Расширение</a:t>
            </a:r>
            <a:r>
              <a:rPr b="0" lang="ru-RU" sz="1550" spc="9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функционала</a:t>
            </a:r>
            <a:r>
              <a:rPr b="0" lang="ru-RU" sz="1550" spc="7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за</a:t>
            </a:r>
            <a:r>
              <a:rPr b="0" lang="ru-RU" sz="1550" spc="134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счет</a:t>
            </a:r>
            <a:r>
              <a:rPr b="0" lang="ru-RU" sz="1550" spc="128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получения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полного</a:t>
            </a:r>
            <a:r>
              <a:rPr b="0" lang="ru-RU" sz="1550" spc="15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описания</a:t>
            </a:r>
            <a:r>
              <a:rPr b="0" lang="ru-RU" sz="1550" spc="111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фильма</a:t>
            </a:r>
            <a:r>
              <a:rPr b="0" lang="ru-RU" sz="1550" spc="154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(режиссер,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актеры,</a:t>
            </a:r>
            <a:r>
              <a:rPr b="0" lang="ru-RU" sz="1550" spc="154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постер)</a:t>
            </a:r>
            <a:endParaRPr b="0" lang="ru-RU" sz="1550" spc="-1" strike="noStrike">
              <a:latin typeface="Arial"/>
            </a:endParaRPr>
          </a:p>
        </p:txBody>
      </p:sp>
      <p:sp>
        <p:nvSpPr>
          <p:cNvPr id="277" name="CustomShape 10"/>
          <p:cNvSpPr/>
          <p:nvPr/>
        </p:nvSpPr>
        <p:spPr>
          <a:xfrm>
            <a:off x="6118560" y="5437440"/>
            <a:ext cx="4511880" cy="60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1280" bIns="0">
            <a:spAutoFit/>
          </a:bodyPr>
          <a:p>
            <a:pPr marL="298440" indent="-285480">
              <a:lnSpc>
                <a:spcPct val="100000"/>
              </a:lnSpc>
              <a:spcBef>
                <a:spcPts val="561"/>
              </a:spcBef>
              <a:buClr>
                <a:srgbClr val="ebe6d7"/>
              </a:buClr>
              <a:buFont typeface="Symbol" charset="2"/>
              <a:buChar char=""/>
            </a:pP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Добавление</a:t>
            </a:r>
            <a:r>
              <a:rPr b="0" lang="ru-RU" sz="1550" spc="267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возможности</a:t>
            </a:r>
            <a:r>
              <a:rPr b="0" lang="ru-RU" sz="1550" spc="284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личных</a:t>
            </a:r>
            <a:r>
              <a:rPr b="0" lang="ru-RU" sz="1550" spc="18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-1" strike="noStrike">
                <a:solidFill>
                  <a:srgbClr val="ebe6d7"/>
                </a:solidFill>
                <a:latin typeface="Arial"/>
              </a:rPr>
              <a:t>заметок</a:t>
            </a:r>
            <a:r>
              <a:rPr b="0" lang="ru-RU" sz="1550" spc="242" strike="noStrike">
                <a:solidFill>
                  <a:srgbClr val="ebe6d7"/>
                </a:solidFill>
                <a:latin typeface="Arial"/>
              </a:rPr>
              <a:t> </a:t>
            </a:r>
            <a:r>
              <a:rPr b="0" lang="ru-RU" sz="1550" spc="83" strike="noStrike">
                <a:solidFill>
                  <a:srgbClr val="ebe6d7"/>
                </a:solidFill>
                <a:latin typeface="Arial"/>
              </a:rPr>
              <a:t>к</a:t>
            </a:r>
            <a:endParaRPr b="0" lang="ru-RU" sz="1550" spc="-1" strike="noStrike">
              <a:latin typeface="Arial"/>
            </a:endParaRPr>
          </a:p>
          <a:p>
            <a:pPr marL="298440">
              <a:lnSpc>
                <a:spcPct val="100000"/>
              </a:lnSpc>
              <a:spcBef>
                <a:spcPts val="465"/>
              </a:spcBef>
            </a:pPr>
            <a:r>
              <a:rPr b="0" lang="ru-RU" sz="1550" spc="-12" strike="noStrike">
                <a:solidFill>
                  <a:srgbClr val="ebe6d7"/>
                </a:solidFill>
                <a:latin typeface="Arial"/>
              </a:rPr>
              <a:t>фильмам.</a:t>
            </a:r>
            <a:endParaRPr b="0" lang="ru-RU" sz="1550" spc="-1" strike="noStrike">
              <a:latin typeface="Arial"/>
            </a:endParaRPr>
          </a:p>
        </p:txBody>
      </p:sp>
      <p:sp>
        <p:nvSpPr>
          <p:cNvPr id="278" name="TextShape 11"/>
          <p:cNvSpPr txBox="1"/>
          <p:nvPr/>
        </p:nvSpPr>
        <p:spPr>
          <a:xfrm>
            <a:off x="332280" y="6435720"/>
            <a:ext cx="249840" cy="3977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spAutoFit/>
          </a:bodyPr>
          <a:p>
            <a:pPr marL="41760">
              <a:lnSpc>
                <a:spcPts val="995"/>
              </a:lnSpc>
            </a:pPr>
            <a:fld id="{FC201390-1CDE-4C25-96FF-03088BE6336A}" type="slidenum">
              <a:rPr b="0" lang="ru-RU" sz="900" spc="-26" strike="noStrike">
                <a:solidFill>
                  <a:srgbClr val="ebe6d7"/>
                </a:solidFill>
                <a:latin typeface="Arial"/>
              </a:rPr>
              <a:t>&lt;number&gt;</a:t>
            </a:fld>
            <a:endParaRPr b="0" lang="ru-RU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Neat_Office/6.2.8.2$Windows_x86 LibreOffice_project/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2026-10-29T23:14:54Z</dcterms:created>
  <dc:creator/>
  <dc:description/>
  <dc:language>ru-RU</dc:language>
  <cp:lastModifiedBy/>
  <dcterms:modified xsi:type="dcterms:W3CDTF">2026-10-30T04:22:35Z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Converter">
    <vt:lpwstr>SolidFramework v10.0.20290.1</vt:lpwstr>
  </property>
  <property fmtid="{D5CDD505-2E9C-101B-9397-08002B2CF9AE}" pid="4" name="Created">
    <vt:filetime>2026-10-26T00:00:00Z</vt:filetime>
  </property>
  <property fmtid="{D5CDD505-2E9C-101B-9397-08002B2CF9AE}" pid="5" name="HyperlinksChanged">
    <vt:bool>0</vt:bool>
  </property>
  <property fmtid="{D5CDD505-2E9C-101B-9397-08002B2CF9AE}" pid="6" name="LastSaved">
    <vt:filetime>2026-10-29T00:00:00Z</vt:filetime>
  </property>
  <property fmtid="{D5CDD505-2E9C-101B-9397-08002B2CF9AE}" pid="7" name="LinksUpToDate">
    <vt:bool>0</vt:bool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</Properties>
</file>